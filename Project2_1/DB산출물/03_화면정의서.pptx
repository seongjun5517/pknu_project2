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48" r:id="rId1"/>
  </p:sldMasterIdLst>
  <p:notesMasterIdLst>
    <p:notesMasterId r:id="rId15"/>
  </p:notesMasterIdLst>
  <p:sldIdLst>
    <p:sldId id="256" r:id="rId2"/>
    <p:sldId id="257" r:id="rId3"/>
    <p:sldId id="258" r:id="rId4"/>
    <p:sldId id="262" r:id="rId5"/>
    <p:sldId id="259" r:id="rId6"/>
    <p:sldId id="269" r:id="rId7"/>
    <p:sldId id="260" r:id="rId8"/>
    <p:sldId id="261" r:id="rId9"/>
    <p:sldId id="264" r:id="rId10"/>
    <p:sldId id="265" r:id="rId11"/>
    <p:sldId id="266" r:id="rId12"/>
    <p:sldId id="267" r:id="rId13"/>
    <p:sldId id="268" r:id="rId14"/>
  </p:sldIdLst>
  <p:sldSz cx="6858000" cy="9906000" type="A4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3120">
          <p15:clr>
            <a:srgbClr val="000000"/>
          </p15:clr>
        </p15:guide>
        <p15:guide id="2" pos="2160">
          <p15:clr>
            <a:srgbClr val="000000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>
          <p15:clr>
            <a:srgbClr val="000000"/>
          </p15:clr>
        </p15:guide>
        <p15:guide id="2" pos="2160">
          <p15:clr>
            <a:srgbClr val="000000"/>
          </p15:clr>
        </p15:guide>
      </p15:notesGuideLst>
    </p:ext>
    <p:ext uri="GoogleSlidesCustomDataVersion2">
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r:id="rId16" roundtripDataSignature="AMtx7mgy5G5xksiDDRQ/wFPYJjQYjIaUu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A28E38-3AA5-4339-A1BF-AE6ADF5D02B0}">
  <a:tblStyle styleId="{69A28E38-3AA5-4339-A1BF-AE6ADF5D02B0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/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444" autoAdjust="0"/>
  </p:normalViewPr>
  <p:slideViewPr>
    <p:cSldViewPr snapToGrid="0">
      <p:cViewPr varScale="1">
        <p:scale>
          <a:sx n="75" d="100"/>
          <a:sy n="75" d="100"/>
        </p:scale>
        <p:origin x="3174" y="60"/>
      </p:cViewPr>
      <p:guideLst>
        <p:guide orient="horz" pos="3120"/>
        <p:guide pos="216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100" d="100"/>
          <a:sy n="100" d="100"/>
        </p:scale>
        <p:origin x="0" y="0"/>
      </p:cViewPr>
      <p:guideLst>
        <p:guide orient="horz" pos="2880"/>
        <p:guide pos="2160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customschemas.google.com/relationships/presentationmetadata" Target="metadata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rgbClr val="000000"/>
                </a:solidFill>
                <a:latin typeface="Gulim"/>
                <a:ea typeface="Gulim"/>
                <a:cs typeface="Gulim"/>
                <a:sym typeface="Gulim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rgbClr val="000000"/>
                </a:solidFill>
                <a:latin typeface="Gulim"/>
                <a:ea typeface="Gulim"/>
                <a:cs typeface="Gulim"/>
                <a:sym typeface="Gulim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rgbClr val="000000"/>
                </a:solidFill>
                <a:latin typeface="Gulim"/>
                <a:ea typeface="Gulim"/>
                <a:cs typeface="Gulim"/>
                <a:sym typeface="Gulim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rgbClr val="000000"/>
                </a:solidFill>
                <a:latin typeface="Gulim"/>
                <a:ea typeface="Gulim"/>
                <a:cs typeface="Gulim"/>
                <a:sym typeface="Gulim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rgbClr val="000000"/>
                </a:solidFill>
                <a:latin typeface="Gulim"/>
                <a:ea typeface="Gulim"/>
                <a:cs typeface="Gulim"/>
                <a:sym typeface="Gulim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rgbClr val="000000"/>
                </a:solidFill>
                <a:latin typeface="Gulim"/>
                <a:ea typeface="Gulim"/>
                <a:cs typeface="Gulim"/>
                <a:sym typeface="Gulim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rgbClr val="000000"/>
                </a:solidFill>
                <a:latin typeface="Gulim"/>
                <a:ea typeface="Gulim"/>
                <a:cs typeface="Gulim"/>
                <a:sym typeface="Gulim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rgbClr val="000000"/>
                </a:solidFill>
                <a:latin typeface="Gulim"/>
                <a:ea typeface="Gulim"/>
                <a:cs typeface="Gulim"/>
                <a:sym typeface="Gulim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rgbClr val="000000"/>
                </a:solidFill>
                <a:latin typeface="Gulim"/>
                <a:ea typeface="Gulim"/>
                <a:cs typeface="Gulim"/>
                <a:sym typeface="Gulim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2" y="0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rgbClr val="000000"/>
                </a:solidFill>
                <a:latin typeface="Gulim"/>
                <a:ea typeface="Gulim"/>
                <a:cs typeface="Gulim"/>
                <a:sym typeface="Gulim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rgbClr val="000000"/>
                </a:solidFill>
                <a:latin typeface="Gulim"/>
                <a:ea typeface="Gulim"/>
                <a:cs typeface="Gulim"/>
                <a:sym typeface="Gulim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rgbClr val="000000"/>
                </a:solidFill>
                <a:latin typeface="Gulim"/>
                <a:ea typeface="Gulim"/>
                <a:cs typeface="Gulim"/>
                <a:sym typeface="Gulim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rgbClr val="000000"/>
                </a:solidFill>
                <a:latin typeface="Gulim"/>
                <a:ea typeface="Gulim"/>
                <a:cs typeface="Gulim"/>
                <a:sym typeface="Gulim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rgbClr val="000000"/>
                </a:solidFill>
                <a:latin typeface="Gulim"/>
                <a:ea typeface="Gulim"/>
                <a:cs typeface="Gulim"/>
                <a:sym typeface="Gulim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rgbClr val="000000"/>
                </a:solidFill>
                <a:latin typeface="Gulim"/>
                <a:ea typeface="Gulim"/>
                <a:cs typeface="Gulim"/>
                <a:sym typeface="Gulim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rgbClr val="000000"/>
                </a:solidFill>
                <a:latin typeface="Gulim"/>
                <a:ea typeface="Gulim"/>
                <a:cs typeface="Gulim"/>
                <a:sym typeface="Gulim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rgbClr val="000000"/>
                </a:solidFill>
                <a:latin typeface="Gulim"/>
                <a:ea typeface="Gulim"/>
                <a:cs typeface="Gulim"/>
                <a:sym typeface="Gulim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rgbClr val="000000"/>
                </a:solidFill>
                <a:latin typeface="Gulim"/>
                <a:ea typeface="Gulim"/>
                <a:cs typeface="Gulim"/>
                <a:sym typeface="Gulim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2241550" y="685800"/>
            <a:ext cx="23749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sldNum" idx="12"/>
          </p:nvPr>
        </p:nvSpPr>
        <p:spPr>
          <a:xfrm>
            <a:off x="1916112" y="8532812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Gulim"/>
              <a:buNone/>
            </a:pPr>
            <a:fld id="{00000000-1234-1234-1234-123412341234}" type="slidenum">
              <a:rPr lang="en-US" sz="1200" b="0" i="0" u="none" strike="noStrike" cap="none">
                <a:solidFill>
                  <a:srgbClr val="000000"/>
                </a:solidFill>
                <a:latin typeface="Gulim"/>
                <a:ea typeface="Gulim"/>
                <a:cs typeface="Gulim"/>
                <a:sym typeface="Gulim"/>
              </a:rPr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1:notes"/>
          <p:cNvSpPr txBox="1"/>
          <p:nvPr/>
        </p:nvSpPr>
        <p:spPr>
          <a:xfrm>
            <a:off x="1916112" y="8532812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Gulim"/>
              <a:buNone/>
            </a:pPr>
            <a:fld id="{00000000-1234-1234-1234-123412341234}" type="slidenum">
              <a:rPr lang="en-US" sz="1800" b="0" i="0" u="none">
                <a:solidFill>
                  <a:srgbClr val="000000"/>
                </a:solidFill>
                <a:latin typeface="Gulim"/>
                <a:ea typeface="Gulim"/>
                <a:cs typeface="Gulim"/>
                <a:sym typeface="Gulim"/>
              </a:rPr>
              <a:t>1</a:t>
            </a:fld>
            <a:endParaRPr/>
          </a:p>
        </p:txBody>
      </p:sp>
      <p:sp>
        <p:nvSpPr>
          <p:cNvPr id="48" name="Google Shape;48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2241550" y="685800"/>
            <a:ext cx="23749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49" name="Google Shape;49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2:notes"/>
          <p:cNvSpPr txBox="1"/>
          <p:nvPr/>
        </p:nvSpPr>
        <p:spPr>
          <a:xfrm>
            <a:off x="1916112" y="8532812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Gulim"/>
              <a:buNone/>
            </a:pPr>
            <a:fld id="{00000000-1234-1234-1234-123412341234}" type="slidenum">
              <a:rPr lang="en-US" sz="1800" b="0" i="0" u="none">
                <a:solidFill>
                  <a:srgbClr val="000000"/>
                </a:solidFill>
                <a:latin typeface="Gulim"/>
                <a:ea typeface="Gulim"/>
                <a:cs typeface="Gulim"/>
                <a:sym typeface="Gulim"/>
              </a:rPr>
              <a:t>2</a:t>
            </a:fld>
            <a:endParaRPr/>
          </a:p>
        </p:txBody>
      </p:sp>
      <p:sp>
        <p:nvSpPr>
          <p:cNvPr id="58" name="Google Shape;58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2241550" y="685800"/>
            <a:ext cx="23749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59" name="Google Shape;59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2:notes"/>
          <p:cNvSpPr txBox="1"/>
          <p:nvPr/>
        </p:nvSpPr>
        <p:spPr>
          <a:xfrm>
            <a:off x="1916112" y="8532812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Gulim"/>
              <a:buNone/>
            </a:pPr>
            <a:fld id="{00000000-1234-1234-1234-123412341234}" type="slidenum">
              <a:rPr lang="en-US" sz="1800" b="0" i="0" u="none">
                <a:solidFill>
                  <a:srgbClr val="000000"/>
                </a:solidFill>
                <a:latin typeface="Gulim"/>
                <a:ea typeface="Gulim"/>
                <a:cs typeface="Gulim"/>
                <a:sym typeface="Gulim"/>
              </a:rPr>
              <a:t>3</a:t>
            </a:fld>
            <a:endParaRPr/>
          </a:p>
        </p:txBody>
      </p:sp>
      <p:sp>
        <p:nvSpPr>
          <p:cNvPr id="58" name="Google Shape;58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2241550" y="685800"/>
            <a:ext cx="23749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59" name="Google Shape;59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11260025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2:notes"/>
          <p:cNvSpPr txBox="1"/>
          <p:nvPr/>
        </p:nvSpPr>
        <p:spPr>
          <a:xfrm>
            <a:off x="1916112" y="8532812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Gulim"/>
              <a:buNone/>
            </a:pPr>
            <a:fld id="{00000000-1234-1234-1234-123412341234}" type="slidenum">
              <a:rPr lang="en-US" sz="1800" b="0" i="0" u="none">
                <a:solidFill>
                  <a:srgbClr val="000000"/>
                </a:solidFill>
                <a:latin typeface="Gulim"/>
                <a:ea typeface="Gulim"/>
                <a:cs typeface="Gulim"/>
                <a:sym typeface="Gulim"/>
              </a:rPr>
              <a:t>4</a:t>
            </a:fld>
            <a:endParaRPr/>
          </a:p>
        </p:txBody>
      </p:sp>
      <p:sp>
        <p:nvSpPr>
          <p:cNvPr id="58" name="Google Shape;58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2241550" y="685800"/>
            <a:ext cx="23749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59" name="Google Shape;59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72823168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2:notes"/>
          <p:cNvSpPr txBox="1"/>
          <p:nvPr/>
        </p:nvSpPr>
        <p:spPr>
          <a:xfrm>
            <a:off x="1916112" y="8532812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Gulim"/>
              <a:buNone/>
            </a:pPr>
            <a:fld id="{00000000-1234-1234-1234-123412341234}" type="slidenum">
              <a:rPr lang="en-US" sz="1800" b="0" i="0" u="none">
                <a:solidFill>
                  <a:srgbClr val="000000"/>
                </a:solidFill>
                <a:latin typeface="Gulim"/>
                <a:ea typeface="Gulim"/>
                <a:cs typeface="Gulim"/>
                <a:sym typeface="Gulim"/>
              </a:rPr>
              <a:t>5</a:t>
            </a:fld>
            <a:endParaRPr/>
          </a:p>
        </p:txBody>
      </p:sp>
      <p:sp>
        <p:nvSpPr>
          <p:cNvPr id="58" name="Google Shape;58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2241550" y="685800"/>
            <a:ext cx="23749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59" name="Google Shape;59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11433637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2:notes"/>
          <p:cNvSpPr txBox="1"/>
          <p:nvPr/>
        </p:nvSpPr>
        <p:spPr>
          <a:xfrm>
            <a:off x="1916112" y="8532812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Gulim"/>
              <a:buNone/>
            </a:pPr>
            <a:fld id="{00000000-1234-1234-1234-123412341234}" type="slidenum">
              <a:rPr lang="en-US" sz="1800" b="0" i="0" u="none">
                <a:solidFill>
                  <a:srgbClr val="000000"/>
                </a:solidFill>
                <a:latin typeface="Gulim"/>
                <a:ea typeface="Gulim"/>
                <a:cs typeface="Gulim"/>
                <a:sym typeface="Gulim"/>
              </a:rPr>
              <a:t>6</a:t>
            </a:fld>
            <a:endParaRPr/>
          </a:p>
        </p:txBody>
      </p:sp>
      <p:sp>
        <p:nvSpPr>
          <p:cNvPr id="58" name="Google Shape;58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2241550" y="685800"/>
            <a:ext cx="23749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59" name="Google Shape;59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7176657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2:notes"/>
          <p:cNvSpPr txBox="1"/>
          <p:nvPr/>
        </p:nvSpPr>
        <p:spPr>
          <a:xfrm>
            <a:off x="1916112" y="8532812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Gulim"/>
              <a:buNone/>
            </a:pPr>
            <a:fld id="{00000000-1234-1234-1234-123412341234}" type="slidenum">
              <a:rPr lang="en-US" sz="1800" b="0" i="0" u="none">
                <a:solidFill>
                  <a:srgbClr val="000000"/>
                </a:solidFill>
                <a:latin typeface="Gulim"/>
                <a:ea typeface="Gulim"/>
                <a:cs typeface="Gulim"/>
                <a:sym typeface="Gulim"/>
              </a:rPr>
              <a:t>7</a:t>
            </a:fld>
            <a:endParaRPr/>
          </a:p>
        </p:txBody>
      </p:sp>
      <p:sp>
        <p:nvSpPr>
          <p:cNvPr id="58" name="Google Shape;58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2241550" y="685800"/>
            <a:ext cx="23749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59" name="Google Shape;59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78815089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2:notes"/>
          <p:cNvSpPr txBox="1"/>
          <p:nvPr/>
        </p:nvSpPr>
        <p:spPr>
          <a:xfrm>
            <a:off x="1916112" y="8532812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Gulim"/>
              <a:buNone/>
            </a:pPr>
            <a:fld id="{00000000-1234-1234-1234-123412341234}" type="slidenum">
              <a:rPr lang="en-US" sz="1800" b="0" i="0" u="none">
                <a:solidFill>
                  <a:srgbClr val="000000"/>
                </a:solidFill>
                <a:latin typeface="Gulim"/>
                <a:ea typeface="Gulim"/>
                <a:cs typeface="Gulim"/>
                <a:sym typeface="Gulim"/>
              </a:rPr>
              <a:t>8</a:t>
            </a:fld>
            <a:endParaRPr/>
          </a:p>
        </p:txBody>
      </p:sp>
      <p:sp>
        <p:nvSpPr>
          <p:cNvPr id="58" name="Google Shape;58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2241550" y="685800"/>
            <a:ext cx="23749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59" name="Google Shape;59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53390735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2:notes"/>
          <p:cNvSpPr txBox="1"/>
          <p:nvPr/>
        </p:nvSpPr>
        <p:spPr>
          <a:xfrm>
            <a:off x="1916112" y="8532812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Gulim"/>
              <a:buNone/>
            </a:pPr>
            <a:fld id="{00000000-1234-1234-1234-123412341234}" type="slidenum">
              <a:rPr lang="en-US" sz="1800" b="0" i="0" u="none">
                <a:solidFill>
                  <a:srgbClr val="000000"/>
                </a:solidFill>
                <a:latin typeface="Gulim"/>
                <a:ea typeface="Gulim"/>
                <a:cs typeface="Gulim"/>
                <a:sym typeface="Gulim"/>
              </a:rPr>
              <a:t>9</a:t>
            </a:fld>
            <a:endParaRPr/>
          </a:p>
        </p:txBody>
      </p:sp>
      <p:sp>
        <p:nvSpPr>
          <p:cNvPr id="58" name="Google Shape;58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2241550" y="685800"/>
            <a:ext cx="23749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59" name="Google Shape;59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76974679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2:notes"/>
          <p:cNvSpPr txBox="1"/>
          <p:nvPr/>
        </p:nvSpPr>
        <p:spPr>
          <a:xfrm>
            <a:off x="1916112" y="8532812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Gulim"/>
              <a:buNone/>
            </a:pPr>
            <a:fld id="{00000000-1234-1234-1234-123412341234}" type="slidenum">
              <a:rPr lang="en-US" sz="1800" b="0" i="0" u="none">
                <a:solidFill>
                  <a:srgbClr val="000000"/>
                </a:solidFill>
                <a:latin typeface="Gulim"/>
                <a:ea typeface="Gulim"/>
                <a:cs typeface="Gulim"/>
                <a:sym typeface="Gulim"/>
              </a:rPr>
              <a:t>10</a:t>
            </a:fld>
            <a:endParaRPr/>
          </a:p>
        </p:txBody>
      </p:sp>
      <p:sp>
        <p:nvSpPr>
          <p:cNvPr id="58" name="Google Shape;58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2241550" y="685800"/>
            <a:ext cx="23749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59" name="Google Shape;59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289121816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2:notes"/>
          <p:cNvSpPr txBox="1"/>
          <p:nvPr/>
        </p:nvSpPr>
        <p:spPr>
          <a:xfrm>
            <a:off x="1916112" y="8532812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Gulim"/>
              <a:buNone/>
            </a:pPr>
            <a:fld id="{00000000-1234-1234-1234-123412341234}" type="slidenum">
              <a:rPr lang="en-US" sz="1800" b="0" i="0" u="none">
                <a:solidFill>
                  <a:srgbClr val="000000"/>
                </a:solidFill>
                <a:latin typeface="Gulim"/>
                <a:ea typeface="Gulim"/>
                <a:cs typeface="Gulim"/>
                <a:sym typeface="Gulim"/>
              </a:rPr>
              <a:t>11</a:t>
            </a:fld>
            <a:endParaRPr/>
          </a:p>
        </p:txBody>
      </p:sp>
      <p:sp>
        <p:nvSpPr>
          <p:cNvPr id="58" name="Google Shape;58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2241550" y="685800"/>
            <a:ext cx="23749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59" name="Google Shape;59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613665033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2:notes"/>
          <p:cNvSpPr txBox="1"/>
          <p:nvPr/>
        </p:nvSpPr>
        <p:spPr>
          <a:xfrm>
            <a:off x="1916112" y="8532812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Gulim"/>
              <a:buNone/>
            </a:pPr>
            <a:fld id="{00000000-1234-1234-1234-123412341234}" type="slidenum">
              <a:rPr lang="en-US" sz="1800" b="0" i="0" u="none">
                <a:solidFill>
                  <a:srgbClr val="000000"/>
                </a:solidFill>
                <a:latin typeface="Gulim"/>
                <a:ea typeface="Gulim"/>
                <a:cs typeface="Gulim"/>
                <a:sym typeface="Gulim"/>
              </a:rPr>
              <a:t>12</a:t>
            </a:fld>
            <a:endParaRPr/>
          </a:p>
        </p:txBody>
      </p:sp>
      <p:sp>
        <p:nvSpPr>
          <p:cNvPr id="58" name="Google Shape;58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2241550" y="685800"/>
            <a:ext cx="23749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59" name="Google Shape;59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544701997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2:notes"/>
          <p:cNvSpPr txBox="1"/>
          <p:nvPr/>
        </p:nvSpPr>
        <p:spPr>
          <a:xfrm>
            <a:off x="1916112" y="8532812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Gulim"/>
              <a:buNone/>
            </a:pPr>
            <a:fld id="{00000000-1234-1234-1234-123412341234}" type="slidenum">
              <a:rPr lang="en-US" sz="1800" b="0" i="0" u="none">
                <a:solidFill>
                  <a:srgbClr val="000000"/>
                </a:solidFill>
                <a:latin typeface="Gulim"/>
                <a:ea typeface="Gulim"/>
                <a:cs typeface="Gulim"/>
                <a:sym typeface="Gulim"/>
              </a:rPr>
              <a:t>13</a:t>
            </a:fld>
            <a:endParaRPr/>
          </a:p>
        </p:txBody>
      </p:sp>
      <p:sp>
        <p:nvSpPr>
          <p:cNvPr id="58" name="Google Shape;58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2241550" y="685800"/>
            <a:ext cx="23749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59" name="Google Shape;59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85669960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제목 슬라이드" type="title">
  <p:cSld name="TITLE">
    <p:spTree>
      <p:nvGrpSpPr>
        <p:cNvPr id="1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Google Shape;11;p4"/>
          <p:cNvSpPr txBox="1">
            <a:spLocks noGrp="1"/>
          </p:cNvSpPr>
          <p:nvPr>
            <p:ph type="ctrTitle"/>
          </p:nvPr>
        </p:nvSpPr>
        <p:spPr>
          <a:xfrm>
            <a:off x="514350" y="3076575"/>
            <a:ext cx="5829300" cy="2124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b="0" i="0" u="none" strike="noStrike" cap="none">
                <a:solidFill>
                  <a:schemeClr val="dk2"/>
                </a:solidFill>
                <a:latin typeface="Gulimche"/>
                <a:ea typeface="Gulimche"/>
                <a:cs typeface="Gulimche"/>
                <a:sym typeface="Gulimche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b="0" i="0" u="none" strike="noStrike" cap="none">
                <a:solidFill>
                  <a:schemeClr val="dk2"/>
                </a:solidFill>
                <a:latin typeface="Gulimche"/>
                <a:ea typeface="Gulimche"/>
                <a:cs typeface="Gulimche"/>
                <a:sym typeface="Gulimche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b="0" i="0" u="none" strike="noStrike" cap="none">
                <a:solidFill>
                  <a:schemeClr val="dk2"/>
                </a:solidFill>
                <a:latin typeface="Gulimche"/>
                <a:ea typeface="Gulimche"/>
                <a:cs typeface="Gulimche"/>
                <a:sym typeface="Gulimche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b="0" i="0" u="none" strike="noStrike" cap="none">
                <a:solidFill>
                  <a:schemeClr val="dk2"/>
                </a:solidFill>
                <a:latin typeface="Gulimche"/>
                <a:ea typeface="Gulimche"/>
                <a:cs typeface="Gulimche"/>
                <a:sym typeface="Gulimche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b="0" i="0" u="none" strike="noStrike" cap="none">
                <a:solidFill>
                  <a:schemeClr val="dk2"/>
                </a:solidFill>
                <a:latin typeface="Gulimche"/>
                <a:ea typeface="Gulimche"/>
                <a:cs typeface="Gulimche"/>
                <a:sym typeface="Gulimche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b="0" i="0" u="none" strike="noStrike" cap="none">
                <a:solidFill>
                  <a:schemeClr val="dk2"/>
                </a:solidFill>
                <a:latin typeface="Gulimche"/>
                <a:ea typeface="Gulimche"/>
                <a:cs typeface="Gulimche"/>
                <a:sym typeface="Gulimche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b="0" i="0" u="none" strike="noStrike" cap="none">
                <a:solidFill>
                  <a:schemeClr val="dk2"/>
                </a:solidFill>
                <a:latin typeface="Gulimche"/>
                <a:ea typeface="Gulimche"/>
                <a:cs typeface="Gulimche"/>
                <a:sym typeface="Gulimche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b="0" i="0" u="none" strike="noStrike" cap="none">
                <a:solidFill>
                  <a:schemeClr val="dk2"/>
                </a:solidFill>
                <a:latin typeface="Gulimche"/>
                <a:ea typeface="Gulimche"/>
                <a:cs typeface="Gulimche"/>
                <a:sym typeface="Gulimche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b="0" i="0" u="none" strike="noStrike" cap="none">
                <a:solidFill>
                  <a:schemeClr val="dk2"/>
                </a:solidFill>
                <a:latin typeface="Gulimche"/>
                <a:ea typeface="Gulimche"/>
                <a:cs typeface="Gulimche"/>
                <a:sym typeface="Gulimche"/>
              </a:defRPr>
            </a:lvl9pPr>
          </a:lstStyle>
          <a:p>
            <a:endParaRPr/>
          </a:p>
        </p:txBody>
      </p:sp>
      <p:sp>
        <p:nvSpPr>
          <p:cNvPr id="12" name="Google Shape;12;p4"/>
          <p:cNvSpPr txBox="1">
            <a:spLocks noGrp="1"/>
          </p:cNvSpPr>
          <p:nvPr>
            <p:ph type="subTitle" idx="1"/>
          </p:nvPr>
        </p:nvSpPr>
        <p:spPr>
          <a:xfrm>
            <a:off x="1028700" y="5613400"/>
            <a:ext cx="4800600" cy="25320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ctr" rtl="0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Gulim"/>
              <a:buNone/>
              <a:defRPr sz="32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1pPr>
            <a:lvl2pPr marR="0" lvl="1" algn="ctr" rtl="0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Gulim"/>
              <a:buNone/>
              <a:defRPr sz="28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2pPr>
            <a:lvl3pPr marR="0" lvl="2" algn="ctr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Gulim"/>
              <a:buNone/>
              <a:defRPr sz="24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3pPr>
            <a:lvl4pPr marR="0" lvl="3" algn="ctr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Gulim"/>
              <a:buNone/>
              <a:defRPr sz="20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4pPr>
            <a:lvl5pPr marR="0" lvl="4" algn="ctr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Gulim"/>
              <a:buNone/>
              <a:defRPr sz="20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5pPr>
            <a:lvl6pPr marR="0" lvl="5" algn="ctr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Gulim"/>
              <a:buNone/>
              <a:defRPr sz="20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6pPr>
            <a:lvl7pPr marR="0" lvl="6" algn="ctr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Gulim"/>
              <a:buNone/>
              <a:defRPr sz="20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7pPr>
            <a:lvl8pPr marR="0" lvl="7" algn="ctr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Gulim"/>
              <a:buNone/>
              <a:defRPr sz="20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8pPr>
            <a:lvl9pPr marR="0" lvl="8" algn="ctr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Gulim"/>
              <a:buNone/>
              <a:defRPr sz="20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세로 제목 및 텍스트" type="vertTitleAndTx">
  <p:cSld name="VERTICAL_TITLE_AND_VERTICAL_TEXT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5"/>
          <p:cNvSpPr txBox="1">
            <a:spLocks noGrp="1"/>
          </p:cNvSpPr>
          <p:nvPr>
            <p:ph type="title"/>
          </p:nvPr>
        </p:nvSpPr>
        <p:spPr>
          <a:xfrm rot="5400000">
            <a:off x="1517650" y="3851275"/>
            <a:ext cx="8451850" cy="1543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b="0" i="0" u="none" strike="noStrike" cap="none">
                <a:solidFill>
                  <a:schemeClr val="dk2"/>
                </a:solidFill>
                <a:latin typeface="Gulimche"/>
                <a:ea typeface="Gulimche"/>
                <a:cs typeface="Gulimche"/>
                <a:sym typeface="Gulimche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b="0" i="0" u="none" strike="noStrike" cap="none">
                <a:solidFill>
                  <a:schemeClr val="dk2"/>
                </a:solidFill>
                <a:latin typeface="Gulimche"/>
                <a:ea typeface="Gulimche"/>
                <a:cs typeface="Gulimche"/>
                <a:sym typeface="Gulimche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b="0" i="0" u="none" strike="noStrike" cap="none">
                <a:solidFill>
                  <a:schemeClr val="dk2"/>
                </a:solidFill>
                <a:latin typeface="Gulimche"/>
                <a:ea typeface="Gulimche"/>
                <a:cs typeface="Gulimche"/>
                <a:sym typeface="Gulimche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b="0" i="0" u="none" strike="noStrike" cap="none">
                <a:solidFill>
                  <a:schemeClr val="dk2"/>
                </a:solidFill>
                <a:latin typeface="Gulimche"/>
                <a:ea typeface="Gulimche"/>
                <a:cs typeface="Gulimche"/>
                <a:sym typeface="Gulimche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b="0" i="0" u="none" strike="noStrike" cap="none">
                <a:solidFill>
                  <a:schemeClr val="dk2"/>
                </a:solidFill>
                <a:latin typeface="Gulimche"/>
                <a:ea typeface="Gulimche"/>
                <a:cs typeface="Gulimche"/>
                <a:sym typeface="Gulimche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b="0" i="0" u="none" strike="noStrike" cap="none">
                <a:solidFill>
                  <a:schemeClr val="dk2"/>
                </a:solidFill>
                <a:latin typeface="Gulimche"/>
                <a:ea typeface="Gulimche"/>
                <a:cs typeface="Gulimche"/>
                <a:sym typeface="Gulimche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b="0" i="0" u="none" strike="noStrike" cap="none">
                <a:solidFill>
                  <a:schemeClr val="dk2"/>
                </a:solidFill>
                <a:latin typeface="Gulimche"/>
                <a:ea typeface="Gulimche"/>
                <a:cs typeface="Gulimche"/>
                <a:sym typeface="Gulimche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b="0" i="0" u="none" strike="noStrike" cap="none">
                <a:solidFill>
                  <a:schemeClr val="dk2"/>
                </a:solidFill>
                <a:latin typeface="Gulimche"/>
                <a:ea typeface="Gulimche"/>
                <a:cs typeface="Gulimche"/>
                <a:sym typeface="Gulimche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b="0" i="0" u="none" strike="noStrike" cap="none">
                <a:solidFill>
                  <a:schemeClr val="dk2"/>
                </a:solidFill>
                <a:latin typeface="Gulimche"/>
                <a:ea typeface="Gulimche"/>
                <a:cs typeface="Gulimche"/>
                <a:sym typeface="Gulimche"/>
              </a:defRPr>
            </a:lvl9pPr>
          </a:lstStyle>
          <a:p>
            <a:endParaRPr/>
          </a:p>
        </p:txBody>
      </p:sp>
      <p:sp>
        <p:nvSpPr>
          <p:cNvPr id="15" name="Google Shape;15;p5"/>
          <p:cNvSpPr txBox="1">
            <a:spLocks noGrp="1"/>
          </p:cNvSpPr>
          <p:nvPr>
            <p:ph type="body" idx="1"/>
          </p:nvPr>
        </p:nvSpPr>
        <p:spPr>
          <a:xfrm rot="5400000">
            <a:off x="-1644650" y="2384425"/>
            <a:ext cx="8451850" cy="4476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431800" algn="l" rtl="0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Gulim"/>
              <a:buChar char="•"/>
              <a:defRPr sz="32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1pPr>
            <a:lvl2pPr marL="914400" marR="0" lvl="1" indent="-406400" algn="l" rtl="0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Gulim"/>
              <a:buChar char="–"/>
              <a:defRPr sz="28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2pPr>
            <a:lvl3pPr marL="1371600" marR="0" lvl="2" indent="-381000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Gulim"/>
              <a:buChar char="•"/>
              <a:defRPr sz="24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3pPr>
            <a:lvl4pPr marL="1828800" marR="0" lvl="3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Gulim"/>
              <a:buChar char="–"/>
              <a:defRPr sz="20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4pPr>
            <a:lvl5pPr marL="2286000" marR="0" lvl="4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Gulim"/>
              <a:buChar char="»"/>
              <a:defRPr sz="20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5pPr>
            <a:lvl6pPr marL="2743200" marR="0" lvl="5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Gulim"/>
              <a:buChar char="»"/>
              <a:defRPr sz="20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6pPr>
            <a:lvl7pPr marL="3200400" marR="0" lvl="6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Gulim"/>
              <a:buChar char="»"/>
              <a:defRPr sz="20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7pPr>
            <a:lvl8pPr marL="3657600" marR="0" lvl="7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Gulim"/>
              <a:buChar char="»"/>
              <a:defRPr sz="20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8pPr>
            <a:lvl9pPr marL="4114800" marR="0" lvl="8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Gulim"/>
              <a:buChar char="»"/>
              <a:defRPr sz="20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제목 및 세로 텍스트" type="vertTx">
  <p:cSld name="VERTICAL_TEXT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6"/>
          <p:cNvSpPr txBox="1">
            <a:spLocks noGrp="1"/>
          </p:cNvSpPr>
          <p:nvPr>
            <p:ph type="title"/>
          </p:nvPr>
        </p:nvSpPr>
        <p:spPr>
          <a:xfrm>
            <a:off x="342900" y="396875"/>
            <a:ext cx="6172200" cy="165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b="0" i="0" u="none" strike="noStrike" cap="none">
                <a:solidFill>
                  <a:schemeClr val="dk2"/>
                </a:solidFill>
                <a:latin typeface="Gulimche"/>
                <a:ea typeface="Gulimche"/>
                <a:cs typeface="Gulimche"/>
                <a:sym typeface="Gulimche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b="0" i="0" u="none" strike="noStrike" cap="none">
                <a:solidFill>
                  <a:schemeClr val="dk2"/>
                </a:solidFill>
                <a:latin typeface="Gulimche"/>
                <a:ea typeface="Gulimche"/>
                <a:cs typeface="Gulimche"/>
                <a:sym typeface="Gulimche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b="0" i="0" u="none" strike="noStrike" cap="none">
                <a:solidFill>
                  <a:schemeClr val="dk2"/>
                </a:solidFill>
                <a:latin typeface="Gulimche"/>
                <a:ea typeface="Gulimche"/>
                <a:cs typeface="Gulimche"/>
                <a:sym typeface="Gulimche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b="0" i="0" u="none" strike="noStrike" cap="none">
                <a:solidFill>
                  <a:schemeClr val="dk2"/>
                </a:solidFill>
                <a:latin typeface="Gulimche"/>
                <a:ea typeface="Gulimche"/>
                <a:cs typeface="Gulimche"/>
                <a:sym typeface="Gulimche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b="0" i="0" u="none" strike="noStrike" cap="none">
                <a:solidFill>
                  <a:schemeClr val="dk2"/>
                </a:solidFill>
                <a:latin typeface="Gulimche"/>
                <a:ea typeface="Gulimche"/>
                <a:cs typeface="Gulimche"/>
                <a:sym typeface="Gulimche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b="0" i="0" u="none" strike="noStrike" cap="none">
                <a:solidFill>
                  <a:schemeClr val="dk2"/>
                </a:solidFill>
                <a:latin typeface="Gulimche"/>
                <a:ea typeface="Gulimche"/>
                <a:cs typeface="Gulimche"/>
                <a:sym typeface="Gulimche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b="0" i="0" u="none" strike="noStrike" cap="none">
                <a:solidFill>
                  <a:schemeClr val="dk2"/>
                </a:solidFill>
                <a:latin typeface="Gulimche"/>
                <a:ea typeface="Gulimche"/>
                <a:cs typeface="Gulimche"/>
                <a:sym typeface="Gulimche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b="0" i="0" u="none" strike="noStrike" cap="none">
                <a:solidFill>
                  <a:schemeClr val="dk2"/>
                </a:solidFill>
                <a:latin typeface="Gulimche"/>
                <a:ea typeface="Gulimche"/>
                <a:cs typeface="Gulimche"/>
                <a:sym typeface="Gulimche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b="0" i="0" u="none" strike="noStrike" cap="none">
                <a:solidFill>
                  <a:schemeClr val="dk2"/>
                </a:solidFill>
                <a:latin typeface="Gulimche"/>
                <a:ea typeface="Gulimche"/>
                <a:cs typeface="Gulimche"/>
                <a:sym typeface="Gulimche"/>
              </a:defRPr>
            </a:lvl9pPr>
          </a:lstStyle>
          <a:p>
            <a:endParaRPr/>
          </a:p>
        </p:txBody>
      </p:sp>
      <p:sp>
        <p:nvSpPr>
          <p:cNvPr id="18" name="Google Shape;18;p6"/>
          <p:cNvSpPr txBox="1">
            <a:spLocks noGrp="1"/>
          </p:cNvSpPr>
          <p:nvPr>
            <p:ph type="body" idx="1"/>
          </p:nvPr>
        </p:nvSpPr>
        <p:spPr>
          <a:xfrm rot="5400000">
            <a:off x="160338" y="2493963"/>
            <a:ext cx="6537325" cy="617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431800" algn="l" rtl="0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Gulim"/>
              <a:buChar char="•"/>
              <a:defRPr sz="32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1pPr>
            <a:lvl2pPr marL="914400" marR="0" lvl="1" indent="-406400" algn="l" rtl="0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Gulim"/>
              <a:buChar char="–"/>
              <a:defRPr sz="28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2pPr>
            <a:lvl3pPr marL="1371600" marR="0" lvl="2" indent="-381000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Gulim"/>
              <a:buChar char="•"/>
              <a:defRPr sz="24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3pPr>
            <a:lvl4pPr marL="1828800" marR="0" lvl="3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Gulim"/>
              <a:buChar char="–"/>
              <a:defRPr sz="20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4pPr>
            <a:lvl5pPr marL="2286000" marR="0" lvl="4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Gulim"/>
              <a:buChar char="»"/>
              <a:defRPr sz="20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5pPr>
            <a:lvl6pPr marL="2743200" marR="0" lvl="5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Gulim"/>
              <a:buChar char="»"/>
              <a:defRPr sz="20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6pPr>
            <a:lvl7pPr marL="3200400" marR="0" lvl="6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Gulim"/>
              <a:buChar char="»"/>
              <a:defRPr sz="20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7pPr>
            <a:lvl8pPr marL="3657600" marR="0" lvl="7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Gulim"/>
              <a:buChar char="»"/>
              <a:defRPr sz="20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8pPr>
            <a:lvl9pPr marL="4114800" marR="0" lvl="8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Gulim"/>
              <a:buChar char="»"/>
              <a:defRPr sz="20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캡션 있는 그림" type="picTx">
  <p:cSld name="PICTURE_WITH_CAPTION_TEXT">
    <p:spTree>
      <p:nvGrpSpPr>
        <p:cNvPr id="1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Google Shape;20;p7"/>
          <p:cNvSpPr txBox="1">
            <a:spLocks noGrp="1"/>
          </p:cNvSpPr>
          <p:nvPr>
            <p:ph type="title"/>
          </p:nvPr>
        </p:nvSpPr>
        <p:spPr>
          <a:xfrm>
            <a:off x="1344613" y="6934200"/>
            <a:ext cx="4114800" cy="8191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000" b="1" i="0" u="none" strike="noStrike" cap="none">
                <a:solidFill>
                  <a:schemeClr val="dk2"/>
                </a:solidFill>
                <a:latin typeface="Gulimche"/>
                <a:ea typeface="Gulimche"/>
                <a:cs typeface="Gulimche"/>
                <a:sym typeface="Gulimche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b="0" i="0" u="none" strike="noStrike" cap="none">
                <a:solidFill>
                  <a:schemeClr val="dk2"/>
                </a:solidFill>
                <a:latin typeface="Gulimche"/>
                <a:ea typeface="Gulimche"/>
                <a:cs typeface="Gulimche"/>
                <a:sym typeface="Gulimche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b="0" i="0" u="none" strike="noStrike" cap="none">
                <a:solidFill>
                  <a:schemeClr val="dk2"/>
                </a:solidFill>
                <a:latin typeface="Gulimche"/>
                <a:ea typeface="Gulimche"/>
                <a:cs typeface="Gulimche"/>
                <a:sym typeface="Gulimche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b="0" i="0" u="none" strike="noStrike" cap="none">
                <a:solidFill>
                  <a:schemeClr val="dk2"/>
                </a:solidFill>
                <a:latin typeface="Gulimche"/>
                <a:ea typeface="Gulimche"/>
                <a:cs typeface="Gulimche"/>
                <a:sym typeface="Gulimche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b="0" i="0" u="none" strike="noStrike" cap="none">
                <a:solidFill>
                  <a:schemeClr val="dk2"/>
                </a:solidFill>
                <a:latin typeface="Gulimche"/>
                <a:ea typeface="Gulimche"/>
                <a:cs typeface="Gulimche"/>
                <a:sym typeface="Gulimche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b="0" i="0" u="none" strike="noStrike" cap="none">
                <a:solidFill>
                  <a:schemeClr val="dk2"/>
                </a:solidFill>
                <a:latin typeface="Gulimche"/>
                <a:ea typeface="Gulimche"/>
                <a:cs typeface="Gulimche"/>
                <a:sym typeface="Gulimche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b="0" i="0" u="none" strike="noStrike" cap="none">
                <a:solidFill>
                  <a:schemeClr val="dk2"/>
                </a:solidFill>
                <a:latin typeface="Gulimche"/>
                <a:ea typeface="Gulimche"/>
                <a:cs typeface="Gulimche"/>
                <a:sym typeface="Gulimche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b="0" i="0" u="none" strike="noStrike" cap="none">
                <a:solidFill>
                  <a:schemeClr val="dk2"/>
                </a:solidFill>
                <a:latin typeface="Gulimche"/>
                <a:ea typeface="Gulimche"/>
                <a:cs typeface="Gulimche"/>
                <a:sym typeface="Gulimche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b="0" i="0" u="none" strike="noStrike" cap="none">
                <a:solidFill>
                  <a:schemeClr val="dk2"/>
                </a:solidFill>
                <a:latin typeface="Gulimche"/>
                <a:ea typeface="Gulimche"/>
                <a:cs typeface="Gulimche"/>
                <a:sym typeface="Gulimche"/>
              </a:defRPr>
            </a:lvl9pPr>
          </a:lstStyle>
          <a:p>
            <a:endParaRPr/>
          </a:p>
        </p:txBody>
      </p:sp>
      <p:sp>
        <p:nvSpPr>
          <p:cNvPr id="21" name="Google Shape;21;p7"/>
          <p:cNvSpPr>
            <a:spLocks noGrp="1"/>
          </p:cNvSpPr>
          <p:nvPr>
            <p:ph type="pic" idx="2"/>
          </p:nvPr>
        </p:nvSpPr>
        <p:spPr>
          <a:xfrm>
            <a:off x="1344613" y="885825"/>
            <a:ext cx="4114800" cy="5943600"/>
          </a:xfrm>
          <a:prstGeom prst="rect">
            <a:avLst/>
          </a:prstGeom>
          <a:noFill/>
          <a:ln>
            <a:noFill/>
          </a:ln>
        </p:spPr>
      </p:sp>
      <p:sp>
        <p:nvSpPr>
          <p:cNvPr id="22" name="Google Shape;22;p7"/>
          <p:cNvSpPr txBox="1">
            <a:spLocks noGrp="1"/>
          </p:cNvSpPr>
          <p:nvPr>
            <p:ph type="body" idx="1"/>
          </p:nvPr>
        </p:nvSpPr>
        <p:spPr>
          <a:xfrm>
            <a:off x="1344613" y="7753350"/>
            <a:ext cx="4114800" cy="1162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Gulim"/>
              <a:buNone/>
              <a:defRPr sz="14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1pPr>
            <a:lvl2pPr marL="914400" marR="0" lvl="1" indent="-228600" algn="l" rtl="0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Gulim"/>
              <a:buNone/>
              <a:defRPr sz="12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2pPr>
            <a:lvl3pPr marL="1371600" marR="0" lvl="2" indent="-228600" algn="l" rtl="0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ulim"/>
              <a:buNone/>
              <a:defRPr sz="10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3pPr>
            <a:lvl4pPr marL="1828800" marR="0" lvl="3" indent="-228600" algn="l" rtl="0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Font typeface="Gulim"/>
              <a:buNone/>
              <a:defRPr sz="9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4pPr>
            <a:lvl5pPr marL="2286000" marR="0" lvl="4" indent="-228600" algn="l" rtl="0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Font typeface="Gulim"/>
              <a:buNone/>
              <a:defRPr sz="9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5pPr>
            <a:lvl6pPr marL="2743200" marR="0" lvl="5" indent="-228600" algn="l" rtl="0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Font typeface="Gulim"/>
              <a:buNone/>
              <a:defRPr sz="9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6pPr>
            <a:lvl7pPr marL="3200400" marR="0" lvl="6" indent="-228600" algn="l" rtl="0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Font typeface="Gulim"/>
              <a:buNone/>
              <a:defRPr sz="9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7pPr>
            <a:lvl8pPr marL="3657600" marR="0" lvl="7" indent="-228600" algn="l" rtl="0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Font typeface="Gulim"/>
              <a:buNone/>
              <a:defRPr sz="9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8pPr>
            <a:lvl9pPr marL="4114800" marR="0" lvl="8" indent="-228600" algn="l" rtl="0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Font typeface="Gulim"/>
              <a:buNone/>
              <a:defRPr sz="9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캡션 있는 콘텐츠" type="objTx">
  <p:cSld name="OBJECT_WITH_CAPTION_TEXT">
    <p:spTree>
      <p:nvGrpSpPr>
        <p:cNvPr id="1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8"/>
          <p:cNvSpPr txBox="1">
            <a:spLocks noGrp="1"/>
          </p:cNvSpPr>
          <p:nvPr>
            <p:ph type="title"/>
          </p:nvPr>
        </p:nvSpPr>
        <p:spPr>
          <a:xfrm>
            <a:off x="342900" y="393700"/>
            <a:ext cx="2255838" cy="16795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000" b="1" i="0" u="none" strike="noStrike" cap="none">
                <a:solidFill>
                  <a:schemeClr val="dk2"/>
                </a:solidFill>
                <a:latin typeface="Gulimche"/>
                <a:ea typeface="Gulimche"/>
                <a:cs typeface="Gulimche"/>
                <a:sym typeface="Gulimche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b="0" i="0" u="none" strike="noStrike" cap="none">
                <a:solidFill>
                  <a:schemeClr val="dk2"/>
                </a:solidFill>
                <a:latin typeface="Gulimche"/>
                <a:ea typeface="Gulimche"/>
                <a:cs typeface="Gulimche"/>
                <a:sym typeface="Gulimche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b="0" i="0" u="none" strike="noStrike" cap="none">
                <a:solidFill>
                  <a:schemeClr val="dk2"/>
                </a:solidFill>
                <a:latin typeface="Gulimche"/>
                <a:ea typeface="Gulimche"/>
                <a:cs typeface="Gulimche"/>
                <a:sym typeface="Gulimche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b="0" i="0" u="none" strike="noStrike" cap="none">
                <a:solidFill>
                  <a:schemeClr val="dk2"/>
                </a:solidFill>
                <a:latin typeface="Gulimche"/>
                <a:ea typeface="Gulimche"/>
                <a:cs typeface="Gulimche"/>
                <a:sym typeface="Gulimche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b="0" i="0" u="none" strike="noStrike" cap="none">
                <a:solidFill>
                  <a:schemeClr val="dk2"/>
                </a:solidFill>
                <a:latin typeface="Gulimche"/>
                <a:ea typeface="Gulimche"/>
                <a:cs typeface="Gulimche"/>
                <a:sym typeface="Gulimche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b="0" i="0" u="none" strike="noStrike" cap="none">
                <a:solidFill>
                  <a:schemeClr val="dk2"/>
                </a:solidFill>
                <a:latin typeface="Gulimche"/>
                <a:ea typeface="Gulimche"/>
                <a:cs typeface="Gulimche"/>
                <a:sym typeface="Gulimche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b="0" i="0" u="none" strike="noStrike" cap="none">
                <a:solidFill>
                  <a:schemeClr val="dk2"/>
                </a:solidFill>
                <a:latin typeface="Gulimche"/>
                <a:ea typeface="Gulimche"/>
                <a:cs typeface="Gulimche"/>
                <a:sym typeface="Gulimche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b="0" i="0" u="none" strike="noStrike" cap="none">
                <a:solidFill>
                  <a:schemeClr val="dk2"/>
                </a:solidFill>
                <a:latin typeface="Gulimche"/>
                <a:ea typeface="Gulimche"/>
                <a:cs typeface="Gulimche"/>
                <a:sym typeface="Gulimche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b="0" i="0" u="none" strike="noStrike" cap="none">
                <a:solidFill>
                  <a:schemeClr val="dk2"/>
                </a:solidFill>
                <a:latin typeface="Gulimche"/>
                <a:ea typeface="Gulimche"/>
                <a:cs typeface="Gulimche"/>
                <a:sym typeface="Gulimche"/>
              </a:defRPr>
            </a:lvl9pPr>
          </a:lstStyle>
          <a:p>
            <a:endParaRPr/>
          </a:p>
        </p:txBody>
      </p:sp>
      <p:sp>
        <p:nvSpPr>
          <p:cNvPr id="25" name="Google Shape;25;p8"/>
          <p:cNvSpPr txBox="1">
            <a:spLocks noGrp="1"/>
          </p:cNvSpPr>
          <p:nvPr>
            <p:ph type="body" idx="1"/>
          </p:nvPr>
        </p:nvSpPr>
        <p:spPr>
          <a:xfrm>
            <a:off x="2681288" y="393700"/>
            <a:ext cx="3833812" cy="8455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431800" algn="l" rtl="0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Gulim"/>
              <a:buChar char="•"/>
              <a:defRPr sz="32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1pPr>
            <a:lvl2pPr marL="914400" marR="0" lvl="1" indent="-406400" algn="l" rtl="0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Gulim"/>
              <a:buChar char="–"/>
              <a:defRPr sz="28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2pPr>
            <a:lvl3pPr marL="1371600" marR="0" lvl="2" indent="-381000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Gulim"/>
              <a:buChar char="•"/>
              <a:defRPr sz="24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3pPr>
            <a:lvl4pPr marL="1828800" marR="0" lvl="3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Gulim"/>
              <a:buChar char="–"/>
              <a:defRPr sz="20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4pPr>
            <a:lvl5pPr marL="2286000" marR="0" lvl="4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Gulim"/>
              <a:buChar char="»"/>
              <a:defRPr sz="20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5pPr>
            <a:lvl6pPr marL="2743200" marR="0" lvl="5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Gulim"/>
              <a:buChar char="»"/>
              <a:defRPr sz="20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6pPr>
            <a:lvl7pPr marL="3200400" marR="0" lvl="6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Gulim"/>
              <a:buChar char="»"/>
              <a:defRPr sz="20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7pPr>
            <a:lvl8pPr marL="3657600" marR="0" lvl="7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Gulim"/>
              <a:buChar char="»"/>
              <a:defRPr sz="20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8pPr>
            <a:lvl9pPr marL="4114800" marR="0" lvl="8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Gulim"/>
              <a:buChar char="»"/>
              <a:defRPr sz="20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9pPr>
          </a:lstStyle>
          <a:p>
            <a:endParaRPr/>
          </a:p>
        </p:txBody>
      </p:sp>
      <p:sp>
        <p:nvSpPr>
          <p:cNvPr id="26" name="Google Shape;26;p8"/>
          <p:cNvSpPr txBox="1">
            <a:spLocks noGrp="1"/>
          </p:cNvSpPr>
          <p:nvPr>
            <p:ph type="body" idx="2"/>
          </p:nvPr>
        </p:nvSpPr>
        <p:spPr>
          <a:xfrm>
            <a:off x="342900" y="2073275"/>
            <a:ext cx="2255838" cy="6775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Gulim"/>
              <a:buNone/>
              <a:defRPr sz="14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1pPr>
            <a:lvl2pPr marL="914400" marR="0" lvl="1" indent="-228600" algn="l" rtl="0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Gulim"/>
              <a:buNone/>
              <a:defRPr sz="12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2pPr>
            <a:lvl3pPr marL="1371600" marR="0" lvl="2" indent="-228600" algn="l" rtl="0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ulim"/>
              <a:buNone/>
              <a:defRPr sz="10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3pPr>
            <a:lvl4pPr marL="1828800" marR="0" lvl="3" indent="-228600" algn="l" rtl="0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Font typeface="Gulim"/>
              <a:buNone/>
              <a:defRPr sz="9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4pPr>
            <a:lvl5pPr marL="2286000" marR="0" lvl="4" indent="-228600" algn="l" rtl="0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Font typeface="Gulim"/>
              <a:buNone/>
              <a:defRPr sz="9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5pPr>
            <a:lvl6pPr marL="2743200" marR="0" lvl="5" indent="-228600" algn="l" rtl="0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Font typeface="Gulim"/>
              <a:buNone/>
              <a:defRPr sz="9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6pPr>
            <a:lvl7pPr marL="3200400" marR="0" lvl="6" indent="-228600" algn="l" rtl="0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Font typeface="Gulim"/>
              <a:buNone/>
              <a:defRPr sz="9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7pPr>
            <a:lvl8pPr marL="3657600" marR="0" lvl="7" indent="-228600" algn="l" rtl="0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Font typeface="Gulim"/>
              <a:buNone/>
              <a:defRPr sz="9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8pPr>
            <a:lvl9pPr marL="4114800" marR="0" lvl="8" indent="-228600" algn="l" rtl="0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Font typeface="Gulim"/>
              <a:buNone/>
              <a:defRPr sz="9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빈 화면" type="blank">
  <p:cSld name="BLANK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제목만" type="titleOnly">
  <p:cSld name="TITLE_ONLY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10"/>
          <p:cNvSpPr txBox="1">
            <a:spLocks noGrp="1"/>
          </p:cNvSpPr>
          <p:nvPr>
            <p:ph type="title"/>
          </p:nvPr>
        </p:nvSpPr>
        <p:spPr>
          <a:xfrm>
            <a:off x="342900" y="396875"/>
            <a:ext cx="6172200" cy="165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b="0" i="0" u="none" strike="noStrike" cap="none">
                <a:solidFill>
                  <a:schemeClr val="dk2"/>
                </a:solidFill>
                <a:latin typeface="Gulimche"/>
                <a:ea typeface="Gulimche"/>
                <a:cs typeface="Gulimche"/>
                <a:sym typeface="Gulimche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b="0" i="0" u="none" strike="noStrike" cap="none">
                <a:solidFill>
                  <a:schemeClr val="dk2"/>
                </a:solidFill>
                <a:latin typeface="Gulimche"/>
                <a:ea typeface="Gulimche"/>
                <a:cs typeface="Gulimche"/>
                <a:sym typeface="Gulimche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b="0" i="0" u="none" strike="noStrike" cap="none">
                <a:solidFill>
                  <a:schemeClr val="dk2"/>
                </a:solidFill>
                <a:latin typeface="Gulimche"/>
                <a:ea typeface="Gulimche"/>
                <a:cs typeface="Gulimche"/>
                <a:sym typeface="Gulimche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b="0" i="0" u="none" strike="noStrike" cap="none">
                <a:solidFill>
                  <a:schemeClr val="dk2"/>
                </a:solidFill>
                <a:latin typeface="Gulimche"/>
                <a:ea typeface="Gulimche"/>
                <a:cs typeface="Gulimche"/>
                <a:sym typeface="Gulimche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b="0" i="0" u="none" strike="noStrike" cap="none">
                <a:solidFill>
                  <a:schemeClr val="dk2"/>
                </a:solidFill>
                <a:latin typeface="Gulimche"/>
                <a:ea typeface="Gulimche"/>
                <a:cs typeface="Gulimche"/>
                <a:sym typeface="Gulimche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b="0" i="0" u="none" strike="noStrike" cap="none">
                <a:solidFill>
                  <a:schemeClr val="dk2"/>
                </a:solidFill>
                <a:latin typeface="Gulimche"/>
                <a:ea typeface="Gulimche"/>
                <a:cs typeface="Gulimche"/>
                <a:sym typeface="Gulimche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b="0" i="0" u="none" strike="noStrike" cap="none">
                <a:solidFill>
                  <a:schemeClr val="dk2"/>
                </a:solidFill>
                <a:latin typeface="Gulimche"/>
                <a:ea typeface="Gulimche"/>
                <a:cs typeface="Gulimche"/>
                <a:sym typeface="Gulimche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b="0" i="0" u="none" strike="noStrike" cap="none">
                <a:solidFill>
                  <a:schemeClr val="dk2"/>
                </a:solidFill>
                <a:latin typeface="Gulimche"/>
                <a:ea typeface="Gulimche"/>
                <a:cs typeface="Gulimche"/>
                <a:sym typeface="Gulimche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b="0" i="0" u="none" strike="noStrike" cap="none">
                <a:solidFill>
                  <a:schemeClr val="dk2"/>
                </a:solidFill>
                <a:latin typeface="Gulimche"/>
                <a:ea typeface="Gulimche"/>
                <a:cs typeface="Gulimche"/>
                <a:sym typeface="Gulimche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비교" type="twoTxTwoObj">
  <p:cSld name="TWO_OBJECTS_WITH_TEXT">
    <p:spTree>
      <p:nvGrpSpPr>
        <p:cNvPr id="1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11"/>
          <p:cNvSpPr txBox="1">
            <a:spLocks noGrp="1"/>
          </p:cNvSpPr>
          <p:nvPr>
            <p:ph type="title"/>
          </p:nvPr>
        </p:nvSpPr>
        <p:spPr>
          <a:xfrm>
            <a:off x="342900" y="396875"/>
            <a:ext cx="6172200" cy="165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b="0" i="0" u="none" strike="noStrike" cap="none">
                <a:solidFill>
                  <a:schemeClr val="dk2"/>
                </a:solidFill>
                <a:latin typeface="Gulimche"/>
                <a:ea typeface="Gulimche"/>
                <a:cs typeface="Gulimche"/>
                <a:sym typeface="Gulimche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b="0" i="0" u="none" strike="noStrike" cap="none">
                <a:solidFill>
                  <a:schemeClr val="dk2"/>
                </a:solidFill>
                <a:latin typeface="Gulimche"/>
                <a:ea typeface="Gulimche"/>
                <a:cs typeface="Gulimche"/>
                <a:sym typeface="Gulimche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b="0" i="0" u="none" strike="noStrike" cap="none">
                <a:solidFill>
                  <a:schemeClr val="dk2"/>
                </a:solidFill>
                <a:latin typeface="Gulimche"/>
                <a:ea typeface="Gulimche"/>
                <a:cs typeface="Gulimche"/>
                <a:sym typeface="Gulimche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b="0" i="0" u="none" strike="noStrike" cap="none">
                <a:solidFill>
                  <a:schemeClr val="dk2"/>
                </a:solidFill>
                <a:latin typeface="Gulimche"/>
                <a:ea typeface="Gulimche"/>
                <a:cs typeface="Gulimche"/>
                <a:sym typeface="Gulimche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b="0" i="0" u="none" strike="noStrike" cap="none">
                <a:solidFill>
                  <a:schemeClr val="dk2"/>
                </a:solidFill>
                <a:latin typeface="Gulimche"/>
                <a:ea typeface="Gulimche"/>
                <a:cs typeface="Gulimche"/>
                <a:sym typeface="Gulimche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b="0" i="0" u="none" strike="noStrike" cap="none">
                <a:solidFill>
                  <a:schemeClr val="dk2"/>
                </a:solidFill>
                <a:latin typeface="Gulimche"/>
                <a:ea typeface="Gulimche"/>
                <a:cs typeface="Gulimche"/>
                <a:sym typeface="Gulimche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b="0" i="0" u="none" strike="noStrike" cap="none">
                <a:solidFill>
                  <a:schemeClr val="dk2"/>
                </a:solidFill>
                <a:latin typeface="Gulimche"/>
                <a:ea typeface="Gulimche"/>
                <a:cs typeface="Gulimche"/>
                <a:sym typeface="Gulimche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b="0" i="0" u="none" strike="noStrike" cap="none">
                <a:solidFill>
                  <a:schemeClr val="dk2"/>
                </a:solidFill>
                <a:latin typeface="Gulimche"/>
                <a:ea typeface="Gulimche"/>
                <a:cs typeface="Gulimche"/>
                <a:sym typeface="Gulimche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b="0" i="0" u="none" strike="noStrike" cap="none">
                <a:solidFill>
                  <a:schemeClr val="dk2"/>
                </a:solidFill>
                <a:latin typeface="Gulimche"/>
                <a:ea typeface="Gulimche"/>
                <a:cs typeface="Gulimche"/>
                <a:sym typeface="Gulimche"/>
              </a:defRPr>
            </a:lvl9pPr>
          </a:lstStyle>
          <a:p>
            <a:endParaRPr/>
          </a:p>
        </p:txBody>
      </p:sp>
      <p:sp>
        <p:nvSpPr>
          <p:cNvPr id="32" name="Google Shape;32;p11"/>
          <p:cNvSpPr txBox="1">
            <a:spLocks noGrp="1"/>
          </p:cNvSpPr>
          <p:nvPr>
            <p:ph type="body" idx="1"/>
          </p:nvPr>
        </p:nvSpPr>
        <p:spPr>
          <a:xfrm>
            <a:off x="342900" y="2217738"/>
            <a:ext cx="3030538" cy="9239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marR="0" lvl="0" indent="-228600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Gulim"/>
              <a:buNone/>
              <a:defRPr sz="2400" b="1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1pPr>
            <a:lvl2pPr marL="914400" marR="0" lvl="1" indent="-228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Gulim"/>
              <a:buNone/>
              <a:defRPr sz="2000" b="1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2pPr>
            <a:lvl3pPr marL="1371600" marR="0" lvl="2" indent="-2286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Gulim"/>
              <a:buNone/>
              <a:defRPr sz="1800" b="1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3pPr>
            <a:lvl4pPr marL="1828800" marR="0" lvl="3" indent="-228600" algn="l" rtl="0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Gulim"/>
              <a:buNone/>
              <a:defRPr sz="1600" b="1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4pPr>
            <a:lvl5pPr marL="2286000" marR="0" lvl="4" indent="-228600" algn="l" rtl="0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Gulim"/>
              <a:buNone/>
              <a:defRPr sz="1600" b="1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5pPr>
            <a:lvl6pPr marL="2743200" marR="0" lvl="5" indent="-228600" algn="l" rtl="0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Gulim"/>
              <a:buNone/>
              <a:defRPr sz="1600" b="1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6pPr>
            <a:lvl7pPr marL="3200400" marR="0" lvl="6" indent="-228600" algn="l" rtl="0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Gulim"/>
              <a:buNone/>
              <a:defRPr sz="1600" b="1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7pPr>
            <a:lvl8pPr marL="3657600" marR="0" lvl="7" indent="-228600" algn="l" rtl="0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Gulim"/>
              <a:buNone/>
              <a:defRPr sz="1600" b="1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8pPr>
            <a:lvl9pPr marL="4114800" marR="0" lvl="8" indent="-228600" algn="l" rtl="0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Gulim"/>
              <a:buNone/>
              <a:defRPr sz="1600" b="1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9pPr>
          </a:lstStyle>
          <a:p>
            <a:endParaRPr/>
          </a:p>
        </p:txBody>
      </p:sp>
      <p:sp>
        <p:nvSpPr>
          <p:cNvPr id="33" name="Google Shape;33;p11"/>
          <p:cNvSpPr txBox="1">
            <a:spLocks noGrp="1"/>
          </p:cNvSpPr>
          <p:nvPr>
            <p:ph type="body" idx="2"/>
          </p:nvPr>
        </p:nvSpPr>
        <p:spPr>
          <a:xfrm>
            <a:off x="342900" y="3141663"/>
            <a:ext cx="3030538" cy="57070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381000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Gulim"/>
              <a:buChar char="•"/>
              <a:defRPr sz="24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1pPr>
            <a:lvl2pPr marL="914400" marR="0" lvl="1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Gulim"/>
              <a:buChar char="–"/>
              <a:defRPr sz="20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2pPr>
            <a:lvl3pPr marL="1371600" marR="0" lvl="2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Gulim"/>
              <a:buChar char="•"/>
              <a:defRPr sz="18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3pPr>
            <a:lvl4pPr marL="1828800" marR="0" lvl="3" indent="-330200" algn="l" rtl="0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Gulim"/>
              <a:buChar char="–"/>
              <a:defRPr sz="16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4pPr>
            <a:lvl5pPr marL="2286000" marR="0" lvl="4" indent="-330200" algn="l" rtl="0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Gulim"/>
              <a:buChar char="»"/>
              <a:defRPr sz="16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5pPr>
            <a:lvl6pPr marL="2743200" marR="0" lvl="5" indent="-330200" algn="l" rtl="0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Gulim"/>
              <a:buChar char="»"/>
              <a:defRPr sz="16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6pPr>
            <a:lvl7pPr marL="3200400" marR="0" lvl="6" indent="-330200" algn="l" rtl="0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Gulim"/>
              <a:buChar char="»"/>
              <a:defRPr sz="16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7pPr>
            <a:lvl8pPr marL="3657600" marR="0" lvl="7" indent="-330200" algn="l" rtl="0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Gulim"/>
              <a:buChar char="»"/>
              <a:defRPr sz="16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8pPr>
            <a:lvl9pPr marL="4114800" marR="0" lvl="8" indent="-330200" algn="l" rtl="0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Gulim"/>
              <a:buChar char="»"/>
              <a:defRPr sz="16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9pPr>
          </a:lstStyle>
          <a:p>
            <a:endParaRPr/>
          </a:p>
        </p:txBody>
      </p:sp>
      <p:sp>
        <p:nvSpPr>
          <p:cNvPr id="34" name="Google Shape;34;p11"/>
          <p:cNvSpPr txBox="1">
            <a:spLocks noGrp="1"/>
          </p:cNvSpPr>
          <p:nvPr>
            <p:ph type="body" idx="3"/>
          </p:nvPr>
        </p:nvSpPr>
        <p:spPr>
          <a:xfrm>
            <a:off x="3484563" y="2217738"/>
            <a:ext cx="3030537" cy="9239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marR="0" lvl="0" indent="-228600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Gulim"/>
              <a:buNone/>
              <a:defRPr sz="2400" b="1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1pPr>
            <a:lvl2pPr marL="914400" marR="0" lvl="1" indent="-228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Gulim"/>
              <a:buNone/>
              <a:defRPr sz="2000" b="1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2pPr>
            <a:lvl3pPr marL="1371600" marR="0" lvl="2" indent="-2286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Gulim"/>
              <a:buNone/>
              <a:defRPr sz="1800" b="1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3pPr>
            <a:lvl4pPr marL="1828800" marR="0" lvl="3" indent="-228600" algn="l" rtl="0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Gulim"/>
              <a:buNone/>
              <a:defRPr sz="1600" b="1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4pPr>
            <a:lvl5pPr marL="2286000" marR="0" lvl="4" indent="-228600" algn="l" rtl="0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Gulim"/>
              <a:buNone/>
              <a:defRPr sz="1600" b="1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5pPr>
            <a:lvl6pPr marL="2743200" marR="0" lvl="5" indent="-228600" algn="l" rtl="0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Gulim"/>
              <a:buNone/>
              <a:defRPr sz="1600" b="1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6pPr>
            <a:lvl7pPr marL="3200400" marR="0" lvl="6" indent="-228600" algn="l" rtl="0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Gulim"/>
              <a:buNone/>
              <a:defRPr sz="1600" b="1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7pPr>
            <a:lvl8pPr marL="3657600" marR="0" lvl="7" indent="-228600" algn="l" rtl="0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Gulim"/>
              <a:buNone/>
              <a:defRPr sz="1600" b="1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8pPr>
            <a:lvl9pPr marL="4114800" marR="0" lvl="8" indent="-228600" algn="l" rtl="0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Gulim"/>
              <a:buNone/>
              <a:defRPr sz="1600" b="1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9pPr>
          </a:lstStyle>
          <a:p>
            <a:endParaRPr/>
          </a:p>
        </p:txBody>
      </p:sp>
      <p:sp>
        <p:nvSpPr>
          <p:cNvPr id="35" name="Google Shape;35;p11"/>
          <p:cNvSpPr txBox="1">
            <a:spLocks noGrp="1"/>
          </p:cNvSpPr>
          <p:nvPr>
            <p:ph type="body" idx="4"/>
          </p:nvPr>
        </p:nvSpPr>
        <p:spPr>
          <a:xfrm>
            <a:off x="3484563" y="3141663"/>
            <a:ext cx="3030537" cy="57070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381000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Gulim"/>
              <a:buChar char="•"/>
              <a:defRPr sz="24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1pPr>
            <a:lvl2pPr marL="914400" marR="0" lvl="1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Gulim"/>
              <a:buChar char="–"/>
              <a:defRPr sz="20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2pPr>
            <a:lvl3pPr marL="1371600" marR="0" lvl="2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Gulim"/>
              <a:buChar char="•"/>
              <a:defRPr sz="18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3pPr>
            <a:lvl4pPr marL="1828800" marR="0" lvl="3" indent="-330200" algn="l" rtl="0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Gulim"/>
              <a:buChar char="–"/>
              <a:defRPr sz="16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4pPr>
            <a:lvl5pPr marL="2286000" marR="0" lvl="4" indent="-330200" algn="l" rtl="0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Gulim"/>
              <a:buChar char="»"/>
              <a:defRPr sz="16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5pPr>
            <a:lvl6pPr marL="2743200" marR="0" lvl="5" indent="-330200" algn="l" rtl="0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Gulim"/>
              <a:buChar char="»"/>
              <a:defRPr sz="16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6pPr>
            <a:lvl7pPr marL="3200400" marR="0" lvl="6" indent="-330200" algn="l" rtl="0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Gulim"/>
              <a:buChar char="»"/>
              <a:defRPr sz="16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7pPr>
            <a:lvl8pPr marL="3657600" marR="0" lvl="7" indent="-330200" algn="l" rtl="0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Gulim"/>
              <a:buChar char="»"/>
              <a:defRPr sz="16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8pPr>
            <a:lvl9pPr marL="4114800" marR="0" lvl="8" indent="-330200" algn="l" rtl="0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Gulim"/>
              <a:buChar char="»"/>
              <a:defRPr sz="16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콘텐츠 2개" type="twoObj">
  <p:cSld name="TWO_OBJECTS"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12"/>
          <p:cNvSpPr txBox="1">
            <a:spLocks noGrp="1"/>
          </p:cNvSpPr>
          <p:nvPr>
            <p:ph type="title"/>
          </p:nvPr>
        </p:nvSpPr>
        <p:spPr>
          <a:xfrm>
            <a:off x="342900" y="396875"/>
            <a:ext cx="6172200" cy="165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b="0" i="0" u="none" strike="noStrike" cap="none">
                <a:solidFill>
                  <a:schemeClr val="dk2"/>
                </a:solidFill>
                <a:latin typeface="Gulimche"/>
                <a:ea typeface="Gulimche"/>
                <a:cs typeface="Gulimche"/>
                <a:sym typeface="Gulimche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b="0" i="0" u="none" strike="noStrike" cap="none">
                <a:solidFill>
                  <a:schemeClr val="dk2"/>
                </a:solidFill>
                <a:latin typeface="Gulimche"/>
                <a:ea typeface="Gulimche"/>
                <a:cs typeface="Gulimche"/>
                <a:sym typeface="Gulimche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b="0" i="0" u="none" strike="noStrike" cap="none">
                <a:solidFill>
                  <a:schemeClr val="dk2"/>
                </a:solidFill>
                <a:latin typeface="Gulimche"/>
                <a:ea typeface="Gulimche"/>
                <a:cs typeface="Gulimche"/>
                <a:sym typeface="Gulimche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b="0" i="0" u="none" strike="noStrike" cap="none">
                <a:solidFill>
                  <a:schemeClr val="dk2"/>
                </a:solidFill>
                <a:latin typeface="Gulimche"/>
                <a:ea typeface="Gulimche"/>
                <a:cs typeface="Gulimche"/>
                <a:sym typeface="Gulimche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b="0" i="0" u="none" strike="noStrike" cap="none">
                <a:solidFill>
                  <a:schemeClr val="dk2"/>
                </a:solidFill>
                <a:latin typeface="Gulimche"/>
                <a:ea typeface="Gulimche"/>
                <a:cs typeface="Gulimche"/>
                <a:sym typeface="Gulimche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b="0" i="0" u="none" strike="noStrike" cap="none">
                <a:solidFill>
                  <a:schemeClr val="dk2"/>
                </a:solidFill>
                <a:latin typeface="Gulimche"/>
                <a:ea typeface="Gulimche"/>
                <a:cs typeface="Gulimche"/>
                <a:sym typeface="Gulimche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b="0" i="0" u="none" strike="noStrike" cap="none">
                <a:solidFill>
                  <a:schemeClr val="dk2"/>
                </a:solidFill>
                <a:latin typeface="Gulimche"/>
                <a:ea typeface="Gulimche"/>
                <a:cs typeface="Gulimche"/>
                <a:sym typeface="Gulimche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b="0" i="0" u="none" strike="noStrike" cap="none">
                <a:solidFill>
                  <a:schemeClr val="dk2"/>
                </a:solidFill>
                <a:latin typeface="Gulimche"/>
                <a:ea typeface="Gulimche"/>
                <a:cs typeface="Gulimche"/>
                <a:sym typeface="Gulimche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b="0" i="0" u="none" strike="noStrike" cap="none">
                <a:solidFill>
                  <a:schemeClr val="dk2"/>
                </a:solidFill>
                <a:latin typeface="Gulimche"/>
                <a:ea typeface="Gulimche"/>
                <a:cs typeface="Gulimche"/>
                <a:sym typeface="Gulimche"/>
              </a:defRPr>
            </a:lvl9pPr>
          </a:lstStyle>
          <a:p>
            <a:endParaRPr/>
          </a:p>
        </p:txBody>
      </p:sp>
      <p:sp>
        <p:nvSpPr>
          <p:cNvPr id="38" name="Google Shape;38;p12"/>
          <p:cNvSpPr txBox="1">
            <a:spLocks noGrp="1"/>
          </p:cNvSpPr>
          <p:nvPr>
            <p:ph type="body" idx="1"/>
          </p:nvPr>
        </p:nvSpPr>
        <p:spPr>
          <a:xfrm>
            <a:off x="342900" y="2311400"/>
            <a:ext cx="3009900" cy="65373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406400" algn="l" rtl="0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Gulim"/>
              <a:buChar char="•"/>
              <a:defRPr sz="28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1pPr>
            <a:lvl2pPr marL="914400" marR="0" lvl="1" indent="-381000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Gulim"/>
              <a:buChar char="–"/>
              <a:defRPr sz="24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2pPr>
            <a:lvl3pPr marL="1371600" marR="0" lvl="2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Gulim"/>
              <a:buChar char="•"/>
              <a:defRPr sz="20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3pPr>
            <a:lvl4pPr marL="1828800" marR="0" lvl="3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Gulim"/>
              <a:buChar char="–"/>
              <a:defRPr sz="18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4pPr>
            <a:lvl5pPr marL="2286000" marR="0" lvl="4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Gulim"/>
              <a:buChar char="»"/>
              <a:defRPr sz="18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5pPr>
            <a:lvl6pPr marL="2743200" marR="0" lvl="5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Gulim"/>
              <a:buChar char="»"/>
              <a:defRPr sz="18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6pPr>
            <a:lvl7pPr marL="3200400" marR="0" lvl="6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Gulim"/>
              <a:buChar char="»"/>
              <a:defRPr sz="18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7pPr>
            <a:lvl8pPr marL="3657600" marR="0" lvl="7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Gulim"/>
              <a:buChar char="»"/>
              <a:defRPr sz="18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8pPr>
            <a:lvl9pPr marL="4114800" marR="0" lvl="8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Gulim"/>
              <a:buChar char="»"/>
              <a:defRPr sz="18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9pPr>
          </a:lstStyle>
          <a:p>
            <a:endParaRPr/>
          </a:p>
        </p:txBody>
      </p:sp>
      <p:sp>
        <p:nvSpPr>
          <p:cNvPr id="39" name="Google Shape;39;p12"/>
          <p:cNvSpPr txBox="1">
            <a:spLocks noGrp="1"/>
          </p:cNvSpPr>
          <p:nvPr>
            <p:ph type="body" idx="2"/>
          </p:nvPr>
        </p:nvSpPr>
        <p:spPr>
          <a:xfrm>
            <a:off x="3505200" y="2311400"/>
            <a:ext cx="3009900" cy="65373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406400" algn="l" rtl="0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Gulim"/>
              <a:buChar char="•"/>
              <a:defRPr sz="28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1pPr>
            <a:lvl2pPr marL="914400" marR="0" lvl="1" indent="-381000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Gulim"/>
              <a:buChar char="–"/>
              <a:defRPr sz="24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2pPr>
            <a:lvl3pPr marL="1371600" marR="0" lvl="2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Gulim"/>
              <a:buChar char="•"/>
              <a:defRPr sz="20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3pPr>
            <a:lvl4pPr marL="1828800" marR="0" lvl="3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Gulim"/>
              <a:buChar char="–"/>
              <a:defRPr sz="18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4pPr>
            <a:lvl5pPr marL="2286000" marR="0" lvl="4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Gulim"/>
              <a:buChar char="»"/>
              <a:defRPr sz="18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5pPr>
            <a:lvl6pPr marL="2743200" marR="0" lvl="5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Gulim"/>
              <a:buChar char="»"/>
              <a:defRPr sz="18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6pPr>
            <a:lvl7pPr marL="3200400" marR="0" lvl="6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Gulim"/>
              <a:buChar char="»"/>
              <a:defRPr sz="18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7pPr>
            <a:lvl8pPr marL="3657600" marR="0" lvl="7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Gulim"/>
              <a:buChar char="»"/>
              <a:defRPr sz="18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8pPr>
            <a:lvl9pPr marL="4114800" marR="0" lvl="8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Gulim"/>
              <a:buChar char="»"/>
              <a:defRPr sz="18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구역 머리글" type="secHead">
  <p:cSld name="SECTION_HEADER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13"/>
          <p:cNvSpPr txBox="1">
            <a:spLocks noGrp="1"/>
          </p:cNvSpPr>
          <p:nvPr>
            <p:ph type="title"/>
          </p:nvPr>
        </p:nvSpPr>
        <p:spPr>
          <a:xfrm>
            <a:off x="541338" y="6365875"/>
            <a:ext cx="5829300" cy="19669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4000" b="1" i="0" u="none" strike="noStrike" cap="none">
                <a:solidFill>
                  <a:schemeClr val="dk2"/>
                </a:solidFill>
                <a:latin typeface="Gulimche"/>
                <a:ea typeface="Gulimche"/>
                <a:cs typeface="Gulimche"/>
                <a:sym typeface="Gulimche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b="0" i="0" u="none" strike="noStrike" cap="none">
                <a:solidFill>
                  <a:schemeClr val="dk2"/>
                </a:solidFill>
                <a:latin typeface="Gulimche"/>
                <a:ea typeface="Gulimche"/>
                <a:cs typeface="Gulimche"/>
                <a:sym typeface="Gulimche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b="0" i="0" u="none" strike="noStrike" cap="none">
                <a:solidFill>
                  <a:schemeClr val="dk2"/>
                </a:solidFill>
                <a:latin typeface="Gulimche"/>
                <a:ea typeface="Gulimche"/>
                <a:cs typeface="Gulimche"/>
                <a:sym typeface="Gulimche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b="0" i="0" u="none" strike="noStrike" cap="none">
                <a:solidFill>
                  <a:schemeClr val="dk2"/>
                </a:solidFill>
                <a:latin typeface="Gulimche"/>
                <a:ea typeface="Gulimche"/>
                <a:cs typeface="Gulimche"/>
                <a:sym typeface="Gulimche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b="0" i="0" u="none" strike="noStrike" cap="none">
                <a:solidFill>
                  <a:schemeClr val="dk2"/>
                </a:solidFill>
                <a:latin typeface="Gulimche"/>
                <a:ea typeface="Gulimche"/>
                <a:cs typeface="Gulimche"/>
                <a:sym typeface="Gulimche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b="0" i="0" u="none" strike="noStrike" cap="none">
                <a:solidFill>
                  <a:schemeClr val="dk2"/>
                </a:solidFill>
                <a:latin typeface="Gulimche"/>
                <a:ea typeface="Gulimche"/>
                <a:cs typeface="Gulimche"/>
                <a:sym typeface="Gulimche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b="0" i="0" u="none" strike="noStrike" cap="none">
                <a:solidFill>
                  <a:schemeClr val="dk2"/>
                </a:solidFill>
                <a:latin typeface="Gulimche"/>
                <a:ea typeface="Gulimche"/>
                <a:cs typeface="Gulimche"/>
                <a:sym typeface="Gulimche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b="0" i="0" u="none" strike="noStrike" cap="none">
                <a:solidFill>
                  <a:schemeClr val="dk2"/>
                </a:solidFill>
                <a:latin typeface="Gulimche"/>
                <a:ea typeface="Gulimche"/>
                <a:cs typeface="Gulimche"/>
                <a:sym typeface="Gulimche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b="0" i="0" u="none" strike="noStrike" cap="none">
                <a:solidFill>
                  <a:schemeClr val="dk2"/>
                </a:solidFill>
                <a:latin typeface="Gulimche"/>
                <a:ea typeface="Gulimche"/>
                <a:cs typeface="Gulimche"/>
                <a:sym typeface="Gulimche"/>
              </a:defRPr>
            </a:lvl9pPr>
          </a:lstStyle>
          <a:p>
            <a:endParaRPr/>
          </a:p>
        </p:txBody>
      </p:sp>
      <p:sp>
        <p:nvSpPr>
          <p:cNvPr id="42" name="Google Shape;42;p13"/>
          <p:cNvSpPr txBox="1">
            <a:spLocks noGrp="1"/>
          </p:cNvSpPr>
          <p:nvPr>
            <p:ph type="body" idx="1"/>
          </p:nvPr>
        </p:nvSpPr>
        <p:spPr>
          <a:xfrm>
            <a:off x="541338" y="4198938"/>
            <a:ext cx="5829300" cy="21669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marR="0" lvl="0" indent="-228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Gulim"/>
              <a:buNone/>
              <a:defRPr sz="20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1pPr>
            <a:lvl2pPr marL="914400" marR="0" lvl="1" indent="-2286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Gulim"/>
              <a:buNone/>
              <a:defRPr sz="18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2pPr>
            <a:lvl3pPr marL="1371600" marR="0" lvl="2" indent="-228600" algn="l" rtl="0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Gulim"/>
              <a:buNone/>
              <a:defRPr sz="16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3pPr>
            <a:lvl4pPr marL="1828800" marR="0" lvl="3" indent="-228600" algn="l" rtl="0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Gulim"/>
              <a:buNone/>
              <a:defRPr sz="14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4pPr>
            <a:lvl5pPr marL="2286000" marR="0" lvl="4" indent="-228600" algn="l" rtl="0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Gulim"/>
              <a:buNone/>
              <a:defRPr sz="14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5pPr>
            <a:lvl6pPr marL="2743200" marR="0" lvl="5" indent="-228600" algn="l" rtl="0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Gulim"/>
              <a:buNone/>
              <a:defRPr sz="14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6pPr>
            <a:lvl7pPr marL="3200400" marR="0" lvl="6" indent="-228600" algn="l" rtl="0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Gulim"/>
              <a:buNone/>
              <a:defRPr sz="14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7pPr>
            <a:lvl8pPr marL="3657600" marR="0" lvl="7" indent="-228600" algn="l" rtl="0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Gulim"/>
              <a:buNone/>
              <a:defRPr sz="14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8pPr>
            <a:lvl9pPr marL="4114800" marR="0" lvl="8" indent="-228600" algn="l" rtl="0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Gulim"/>
              <a:buNone/>
              <a:defRPr sz="14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제목 및 내용" type="obj">
  <p:cSld name="OBJECT">
    <p:spTree>
      <p:nvGrpSpPr>
        <p:cNvPr id="1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14"/>
          <p:cNvSpPr txBox="1">
            <a:spLocks noGrp="1"/>
          </p:cNvSpPr>
          <p:nvPr>
            <p:ph type="title"/>
          </p:nvPr>
        </p:nvSpPr>
        <p:spPr>
          <a:xfrm>
            <a:off x="342900" y="396875"/>
            <a:ext cx="6172200" cy="165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b="0" i="0" u="none" strike="noStrike" cap="none">
                <a:solidFill>
                  <a:schemeClr val="dk2"/>
                </a:solidFill>
                <a:latin typeface="Gulimche"/>
                <a:ea typeface="Gulimche"/>
                <a:cs typeface="Gulimche"/>
                <a:sym typeface="Gulimche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b="0" i="0" u="none" strike="noStrike" cap="none">
                <a:solidFill>
                  <a:schemeClr val="dk2"/>
                </a:solidFill>
                <a:latin typeface="Gulimche"/>
                <a:ea typeface="Gulimche"/>
                <a:cs typeface="Gulimche"/>
                <a:sym typeface="Gulimche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b="0" i="0" u="none" strike="noStrike" cap="none">
                <a:solidFill>
                  <a:schemeClr val="dk2"/>
                </a:solidFill>
                <a:latin typeface="Gulimche"/>
                <a:ea typeface="Gulimche"/>
                <a:cs typeface="Gulimche"/>
                <a:sym typeface="Gulimche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b="0" i="0" u="none" strike="noStrike" cap="none">
                <a:solidFill>
                  <a:schemeClr val="dk2"/>
                </a:solidFill>
                <a:latin typeface="Gulimche"/>
                <a:ea typeface="Gulimche"/>
                <a:cs typeface="Gulimche"/>
                <a:sym typeface="Gulimche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b="0" i="0" u="none" strike="noStrike" cap="none">
                <a:solidFill>
                  <a:schemeClr val="dk2"/>
                </a:solidFill>
                <a:latin typeface="Gulimche"/>
                <a:ea typeface="Gulimche"/>
                <a:cs typeface="Gulimche"/>
                <a:sym typeface="Gulimche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b="0" i="0" u="none" strike="noStrike" cap="none">
                <a:solidFill>
                  <a:schemeClr val="dk2"/>
                </a:solidFill>
                <a:latin typeface="Gulimche"/>
                <a:ea typeface="Gulimche"/>
                <a:cs typeface="Gulimche"/>
                <a:sym typeface="Gulimche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b="0" i="0" u="none" strike="noStrike" cap="none">
                <a:solidFill>
                  <a:schemeClr val="dk2"/>
                </a:solidFill>
                <a:latin typeface="Gulimche"/>
                <a:ea typeface="Gulimche"/>
                <a:cs typeface="Gulimche"/>
                <a:sym typeface="Gulimche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b="0" i="0" u="none" strike="noStrike" cap="none">
                <a:solidFill>
                  <a:schemeClr val="dk2"/>
                </a:solidFill>
                <a:latin typeface="Gulimche"/>
                <a:ea typeface="Gulimche"/>
                <a:cs typeface="Gulimche"/>
                <a:sym typeface="Gulimche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b="0" i="0" u="none" strike="noStrike" cap="none">
                <a:solidFill>
                  <a:schemeClr val="dk2"/>
                </a:solidFill>
                <a:latin typeface="Gulimche"/>
                <a:ea typeface="Gulimche"/>
                <a:cs typeface="Gulimche"/>
                <a:sym typeface="Gulimche"/>
              </a:defRPr>
            </a:lvl9pPr>
          </a:lstStyle>
          <a:p>
            <a:endParaRPr/>
          </a:p>
        </p:txBody>
      </p:sp>
      <p:sp>
        <p:nvSpPr>
          <p:cNvPr id="45" name="Google Shape;45;p14"/>
          <p:cNvSpPr txBox="1">
            <a:spLocks noGrp="1"/>
          </p:cNvSpPr>
          <p:nvPr>
            <p:ph type="body" idx="1"/>
          </p:nvPr>
        </p:nvSpPr>
        <p:spPr>
          <a:xfrm>
            <a:off x="342900" y="2311400"/>
            <a:ext cx="6172200" cy="65373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431800" algn="l" rtl="0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Gulim"/>
              <a:buChar char="•"/>
              <a:defRPr sz="32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1pPr>
            <a:lvl2pPr marL="914400" marR="0" lvl="1" indent="-406400" algn="l" rtl="0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Gulim"/>
              <a:buChar char="–"/>
              <a:defRPr sz="28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2pPr>
            <a:lvl3pPr marL="1371600" marR="0" lvl="2" indent="-381000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Gulim"/>
              <a:buChar char="•"/>
              <a:defRPr sz="24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3pPr>
            <a:lvl4pPr marL="1828800" marR="0" lvl="3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Gulim"/>
              <a:buChar char="–"/>
              <a:defRPr sz="20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4pPr>
            <a:lvl5pPr marL="2286000" marR="0" lvl="4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Gulim"/>
              <a:buChar char="»"/>
              <a:defRPr sz="20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5pPr>
            <a:lvl6pPr marL="2743200" marR="0" lvl="5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Gulim"/>
              <a:buChar char="»"/>
              <a:defRPr sz="20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6pPr>
            <a:lvl7pPr marL="3200400" marR="0" lvl="6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Gulim"/>
              <a:buChar char="»"/>
              <a:defRPr sz="20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7pPr>
            <a:lvl8pPr marL="3657600" marR="0" lvl="7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Gulim"/>
              <a:buChar char="»"/>
              <a:defRPr sz="20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8pPr>
            <a:lvl9pPr marL="4114800" marR="0" lvl="8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Gulim"/>
              <a:buChar char="»"/>
              <a:defRPr sz="20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9;p3"/>
          <p:cNvSpPr txBox="1"/>
          <p:nvPr/>
        </p:nvSpPr>
        <p:spPr>
          <a:xfrm>
            <a:off x="404812" y="342900"/>
            <a:ext cx="6175375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Gulimche"/>
              <a:buNone/>
            </a:pPr>
            <a:r>
              <a:rPr lang="en-US" sz="900" b="0" i="0" u="none" strike="noStrike" cap="none">
                <a:solidFill>
                  <a:schemeClr val="dk1"/>
                </a:solidFill>
                <a:latin typeface="Gulimche"/>
                <a:ea typeface="Gulimche"/>
                <a:cs typeface="Gulimche"/>
                <a:sym typeface="Gulimche"/>
              </a:rPr>
              <a:t>화면정의서</a:t>
            </a:r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1" name="Google Shape;51;p1"/>
          <p:cNvGraphicFramePr/>
          <p:nvPr>
            <p:extLst>
              <p:ext uri="{D42A27DB-BD31-4B8C-83A1-F6EECF244321}">
                <p14:modId xmlns:p14="http://schemas.microsoft.com/office/powerpoint/2010/main" val="2166611735"/>
              </p:ext>
            </p:extLst>
          </p:nvPr>
        </p:nvGraphicFramePr>
        <p:xfrm>
          <a:off x="323075" y="144047"/>
          <a:ext cx="6153925" cy="9447053"/>
        </p:xfrm>
        <a:graphic>
          <a:graphicData uri="http://schemas.openxmlformats.org/drawingml/2006/table">
            <a:tbl>
              <a:tblPr>
                <a:noFill/>
                <a:tableStyleId>{69A28E38-3AA5-4339-A1BF-AE6ADF5D02B0}</a:tableStyleId>
              </a:tblPr>
              <a:tblGrid>
                <a:gridCol w="7674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302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38522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6587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74234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92550">
                <a:tc gridSpan="5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en-US" sz="2000" b="1" i="0" u="none" strike="noStrike" cap="none" dirty="0" err="1">
                          <a:solidFill>
                            <a:srgbClr val="000000"/>
                          </a:solidFill>
                          <a:latin typeface="+mj-ea"/>
                          <a:ea typeface="+mj-ea"/>
                          <a:cs typeface="Gulimche"/>
                          <a:sym typeface="Gulimche"/>
                        </a:rPr>
                        <a:t>화면정의서</a:t>
                      </a:r>
                      <a:endParaRPr sz="2000" dirty="0">
                        <a:latin typeface="+mj-ea"/>
                        <a:ea typeface="+mj-ea"/>
                      </a:endParaRPr>
                    </a:p>
                  </a:txBody>
                  <a:tcPr marL="91450" marR="91450" marT="45750" marB="45750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C0C0C0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4939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en-US" sz="1000" b="0" i="0" u="none" strike="noStrike" cap="none">
                          <a:solidFill>
                            <a:srgbClr val="000000"/>
                          </a:solidFill>
                          <a:latin typeface="+mj-ea"/>
                          <a:ea typeface="+mj-ea"/>
                          <a:cs typeface="Gulimche"/>
                          <a:sym typeface="Gulimche"/>
                        </a:rPr>
                        <a:t>업무명</a:t>
                      </a:r>
                      <a:endParaRPr>
                        <a:latin typeface="+mj-ea"/>
                        <a:ea typeface="+mj-ea"/>
                      </a:endParaRPr>
                    </a:p>
                  </a:txBody>
                  <a:tcPr marL="36000" marR="36000" marT="36025" marB="360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0E0E0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000"/>
                        <a:buFont typeface="Gulimche"/>
                        <a:buNone/>
                      </a:pP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메인 서비스</a:t>
                      </a:r>
                      <a:endParaRPr sz="1000" dirty="0">
                        <a:latin typeface="+mj-ea"/>
                        <a:ea typeface="+mj-ea"/>
                      </a:endParaRPr>
                    </a:p>
                  </a:txBody>
                  <a:tcPr marL="36000" marR="36000" marT="36025" marB="360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en-US" sz="1000" b="0" i="0" u="none" strike="noStrike" cap="none">
                          <a:solidFill>
                            <a:srgbClr val="000000"/>
                          </a:solidFill>
                          <a:latin typeface="+mj-ea"/>
                          <a:ea typeface="+mj-ea"/>
                          <a:cs typeface="Gulimche"/>
                          <a:sym typeface="Gulimche"/>
                        </a:rPr>
                        <a:t>작성일</a:t>
                      </a:r>
                      <a:endParaRPr sz="1000">
                        <a:latin typeface="+mj-ea"/>
                        <a:ea typeface="+mj-ea"/>
                      </a:endParaRPr>
                    </a:p>
                  </a:txBody>
                  <a:tcPr marL="36000" marR="36000" marT="36025" marB="360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0E0E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2026.05.22</a:t>
                      </a:r>
                      <a:endParaRPr sz="1000" dirty="0">
                        <a:latin typeface="+mj-ea"/>
                        <a:ea typeface="+mj-ea"/>
                      </a:endParaRPr>
                    </a:p>
                  </a:txBody>
                  <a:tcPr marL="36000" marR="36000" marT="36025" marB="360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5953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en-US" sz="1000" b="0" i="0" u="none" strike="noStrike" cap="none">
                          <a:solidFill>
                            <a:srgbClr val="000000"/>
                          </a:solidFill>
                          <a:latin typeface="+mj-ea"/>
                          <a:ea typeface="+mj-ea"/>
                          <a:cs typeface="Gulimche"/>
                          <a:sym typeface="Gulimche"/>
                        </a:rPr>
                        <a:t>업무대기능명</a:t>
                      </a:r>
                      <a:endParaRPr>
                        <a:latin typeface="+mj-ea"/>
                        <a:ea typeface="+mj-ea"/>
                      </a:endParaRPr>
                    </a:p>
                  </a:txBody>
                  <a:tcPr marL="36000" marR="36000" marT="36025" marB="360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0E0E0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메인 화면 관리</a:t>
                      </a:r>
                      <a:endParaRPr sz="1000" dirty="0">
                        <a:latin typeface="+mj-ea"/>
                        <a:ea typeface="+mj-ea"/>
                      </a:endParaRPr>
                    </a:p>
                  </a:txBody>
                  <a:tcPr marL="36000" marR="36000" marT="36025" marB="360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en-US" sz="1000" b="0" i="0" u="none" strike="noStrike" cap="none">
                          <a:solidFill>
                            <a:srgbClr val="000000"/>
                          </a:solidFill>
                          <a:latin typeface="+mj-ea"/>
                          <a:ea typeface="+mj-ea"/>
                          <a:cs typeface="Gulimche"/>
                          <a:sym typeface="Gulimche"/>
                        </a:rPr>
                        <a:t>작성자</a:t>
                      </a:r>
                      <a:endParaRPr sz="1000">
                        <a:latin typeface="+mj-ea"/>
                        <a:ea typeface="+mj-ea"/>
                      </a:endParaRPr>
                    </a:p>
                  </a:txBody>
                  <a:tcPr marL="36000" marR="36000" marT="36025" marB="360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0E0E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ko-KR" altLang="en-US" sz="1000" b="0" i="0" u="none" strike="noStrike" cap="none" dirty="0">
                          <a:solidFill>
                            <a:srgbClr val="000000"/>
                          </a:solidFill>
                          <a:latin typeface="+mj-ea"/>
                          <a:ea typeface="+mj-ea"/>
                          <a:sym typeface="Gulimche"/>
                        </a:rPr>
                        <a:t>곽민재</a:t>
                      </a:r>
                      <a:endParaRPr sz="1000" dirty="0">
                        <a:latin typeface="+mj-ea"/>
                        <a:ea typeface="+mj-ea"/>
                      </a:endParaRPr>
                    </a:p>
                  </a:txBody>
                  <a:tcPr marL="36000" marR="36000" marT="36025" marB="360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7442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en-US" sz="1000" b="0" i="0" u="none" strike="noStrike" cap="none">
                          <a:solidFill>
                            <a:srgbClr val="000000"/>
                          </a:solidFill>
                          <a:latin typeface="+mj-ea"/>
                          <a:ea typeface="+mj-ea"/>
                          <a:cs typeface="Gulimche"/>
                          <a:sym typeface="Gulimche"/>
                        </a:rPr>
                        <a:t>화면명</a:t>
                      </a:r>
                      <a:endParaRPr>
                        <a:latin typeface="+mj-ea"/>
                        <a:ea typeface="+mj-ea"/>
                      </a:endParaRPr>
                    </a:p>
                  </a:txBody>
                  <a:tcPr marL="36000" marR="36000" marT="36025" marB="360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0E0E0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메인 홈 화면</a:t>
                      </a:r>
                      <a:endParaRPr sz="1000" dirty="0">
                        <a:latin typeface="+mj-ea"/>
                        <a:ea typeface="+mj-ea"/>
                      </a:endParaRPr>
                    </a:p>
                  </a:txBody>
                  <a:tcPr marL="36000" marR="36000" marT="36025" marB="360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en-US" sz="1000" b="0" i="0" u="none" strike="noStrike" cap="none" dirty="0" err="1">
                          <a:solidFill>
                            <a:srgbClr val="000000"/>
                          </a:solidFill>
                          <a:latin typeface="+mj-ea"/>
                          <a:ea typeface="+mj-ea"/>
                          <a:cs typeface="Gulimche"/>
                          <a:sym typeface="Gulimche"/>
                        </a:rPr>
                        <a:t>화면</a:t>
                      </a:r>
                      <a:r>
                        <a:rPr lang="en-US" sz="1000" b="0" i="0" u="none" strike="noStrike" cap="none" dirty="0">
                          <a:solidFill>
                            <a:srgbClr val="000000"/>
                          </a:solidFill>
                          <a:latin typeface="+mj-ea"/>
                          <a:ea typeface="+mj-ea"/>
                          <a:cs typeface="Gulimche"/>
                          <a:sym typeface="Gulimche"/>
                        </a:rPr>
                        <a:t> ID</a:t>
                      </a:r>
                      <a:endParaRPr sz="1000" dirty="0">
                        <a:latin typeface="+mj-ea"/>
                        <a:ea typeface="+mj-ea"/>
                      </a:endParaRPr>
                    </a:p>
                  </a:txBody>
                  <a:tcPr marL="36000" marR="36000" marT="36025" marB="360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0E0E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MAIN_HOME_PAGE</a:t>
                      </a:r>
                      <a:endParaRPr sz="1000" dirty="0">
                        <a:solidFill>
                          <a:schemeClr val="dk1"/>
                        </a:solidFill>
                        <a:latin typeface="+mj-ea"/>
                        <a:ea typeface="+mj-ea"/>
                        <a:cs typeface="Gulim"/>
                        <a:sym typeface="Gulim"/>
                      </a:endParaRPr>
                    </a:p>
                  </a:txBody>
                  <a:tcPr marL="36000" marR="36000" marT="36025" marB="360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489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en-US" sz="1000" b="0" i="0" u="none">
                          <a:solidFill>
                            <a:srgbClr val="000000"/>
                          </a:solidFill>
                          <a:latin typeface="+mj-ea"/>
                          <a:ea typeface="+mj-ea"/>
                          <a:cs typeface="Gulimche"/>
                          <a:sym typeface="Gulimche"/>
                        </a:rPr>
                        <a:t>화면설명</a:t>
                      </a:r>
                      <a:endParaRPr>
                        <a:latin typeface="+mj-ea"/>
                        <a:ea typeface="+mj-ea"/>
                      </a:endParaRPr>
                    </a:p>
                  </a:txBody>
                  <a:tcPr marL="36000" marR="36000" marT="36025" marB="360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0E0E0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사용자의 건강 분석 정보와 커뮤니티 인기 글을 제공하는 메인 화면입니다</a:t>
                      </a:r>
                      <a:endParaRPr sz="1000" dirty="0">
                        <a:latin typeface="+mj-ea"/>
                        <a:ea typeface="+mj-ea"/>
                      </a:endParaRPr>
                    </a:p>
                  </a:txBody>
                  <a:tcPr marL="36000" marR="36000" marT="36025" marB="360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529179">
                <a:tc gridSpan="5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dirty="0">
                        <a:solidFill>
                          <a:schemeClr val="dk1"/>
                        </a:solidFill>
                        <a:latin typeface="+mj-ea"/>
                        <a:ea typeface="+mj-ea"/>
                        <a:cs typeface="Gulim"/>
                        <a:sym typeface="Gulim"/>
                      </a:endParaRPr>
                    </a:p>
                  </a:txBody>
                  <a:tcPr marL="36000" marR="36000" marT="36025" marB="36025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39139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en-US" sz="1000" b="0" i="0" u="none" dirty="0" err="1">
                          <a:solidFill>
                            <a:srgbClr val="000000"/>
                          </a:solidFill>
                          <a:latin typeface="+mj-ea"/>
                          <a:ea typeface="+mj-ea"/>
                          <a:cs typeface="Gulimche"/>
                          <a:sym typeface="Gulimche"/>
                        </a:rPr>
                        <a:t>구성요소</a:t>
                      </a:r>
                      <a:endParaRPr sz="1000" b="0" i="0" u="none" dirty="0">
                        <a:solidFill>
                          <a:schemeClr val="dk1"/>
                        </a:solidFill>
                        <a:latin typeface="+mj-ea"/>
                        <a:ea typeface="+mj-ea"/>
                        <a:cs typeface="Gulimche"/>
                        <a:sym typeface="Gulimche"/>
                      </a:endParaRPr>
                    </a:p>
                    <a:p>
                      <a:pPr marL="0" marR="0" lvl="0" indent="0" algn="ctr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en-US" sz="1000" b="0" i="0" u="none" dirty="0" err="1">
                          <a:solidFill>
                            <a:srgbClr val="000000"/>
                          </a:solidFill>
                          <a:latin typeface="+mj-ea"/>
                          <a:ea typeface="+mj-ea"/>
                          <a:cs typeface="Gulimche"/>
                          <a:sym typeface="Gulimche"/>
                        </a:rPr>
                        <a:t>설명</a:t>
                      </a:r>
                      <a:endParaRPr dirty="0">
                        <a:latin typeface="+mj-ea"/>
                        <a:ea typeface="+mj-ea"/>
                      </a:endParaRPr>
                    </a:p>
                  </a:txBody>
                  <a:tcPr marL="91450" marR="91450" marT="45750" marB="45750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0E0E0"/>
                    </a:solidFill>
                  </a:tcPr>
                </a:tc>
                <a:tc gridSpan="4"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1. </a:t>
                      </a: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심근경색 예측 그래프 조회</a:t>
                      </a:r>
                    </a:p>
                    <a:p>
                      <a:pPr marL="0" lvl="2" indent="0">
                        <a:buNone/>
                      </a:pP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 </a:t>
                      </a:r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- </a:t>
                      </a: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최근 분석 데이터를 그래프로 표시한다</a:t>
                      </a:r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.</a:t>
                      </a:r>
                    </a:p>
                    <a:p>
                      <a:pPr lvl="2"/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 - </a:t>
                      </a:r>
                      <a:r>
                        <a:rPr lang="ko-KR" altLang="en-US" sz="1000" dirty="0" err="1">
                          <a:latin typeface="+mj-ea"/>
                          <a:ea typeface="+mj-ea"/>
                        </a:rPr>
                        <a:t>날짜별</a:t>
                      </a: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 위험도 변화를 확인할 수 있다</a:t>
                      </a:r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.</a:t>
                      </a:r>
                    </a:p>
                    <a:p>
                      <a:pPr lvl="2"/>
                      <a:endParaRPr lang="en-US" altLang="ko-KR" sz="1000" dirty="0">
                        <a:latin typeface="+mj-ea"/>
                        <a:ea typeface="+mj-ea"/>
                      </a:endParaRPr>
                    </a:p>
                    <a:p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2. </a:t>
                      </a: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건강 정보 </a:t>
                      </a:r>
                      <a:endParaRPr lang="en-US" altLang="ko-KR" sz="1000" dirty="0">
                        <a:latin typeface="+mj-ea"/>
                        <a:ea typeface="+mj-ea"/>
                      </a:endParaRPr>
                    </a:p>
                    <a:p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 </a:t>
                      </a:r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- </a:t>
                      </a: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슬라이드 심혈관 질환 관련 건강 정보를 슬라이드 형태로 제공한다</a:t>
                      </a:r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.</a:t>
                      </a:r>
                    </a:p>
                    <a:p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 </a:t>
                      </a:r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- </a:t>
                      </a: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이전</a:t>
                      </a:r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/</a:t>
                      </a: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다음 버튼 클릭 시 이미지가 변경된다</a:t>
                      </a:r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.</a:t>
                      </a:r>
                    </a:p>
                    <a:p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 - </a:t>
                      </a: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일정 시간이 지나면 정보와 이미지가 변경된다</a:t>
                      </a:r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.</a:t>
                      </a:r>
                    </a:p>
                    <a:p>
                      <a:endParaRPr lang="en-US" altLang="ko-KR" sz="1000" dirty="0">
                        <a:latin typeface="+mj-ea"/>
                        <a:ea typeface="+mj-ea"/>
                      </a:endParaRPr>
                    </a:p>
                    <a:p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3. </a:t>
                      </a: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커뮤니티 </a:t>
                      </a:r>
                      <a:endParaRPr lang="en-US" altLang="ko-KR" sz="1000" dirty="0">
                        <a:latin typeface="+mj-ea"/>
                        <a:ea typeface="+mj-ea"/>
                      </a:endParaRPr>
                    </a:p>
                    <a:p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 </a:t>
                      </a:r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- </a:t>
                      </a: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인기 글 조회 좋아요 수 기준 인기 게시글을 조회한다</a:t>
                      </a:r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.</a:t>
                      </a:r>
                    </a:p>
                    <a:p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 </a:t>
                      </a:r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- </a:t>
                      </a: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게시글 클릭 시 상세 페이지로 이동한다</a:t>
                      </a:r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.</a:t>
                      </a:r>
                    </a:p>
                    <a:p>
                      <a:endParaRPr lang="en-US" altLang="ko-KR" sz="1000" dirty="0">
                        <a:latin typeface="+mj-ea"/>
                        <a:ea typeface="+mj-ea"/>
                      </a:endParaRPr>
                    </a:p>
                    <a:p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4. </a:t>
                      </a: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분석 시작 기능</a:t>
                      </a:r>
                      <a:endParaRPr lang="en-US" altLang="ko-KR" sz="1000" dirty="0">
                        <a:latin typeface="+mj-ea"/>
                        <a:ea typeface="+mj-ea"/>
                      </a:endParaRPr>
                    </a:p>
                    <a:p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 </a:t>
                      </a:r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- </a:t>
                      </a: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분석 시작하기 버튼 클릭 시 건강 분석 페이지로 이동한다</a:t>
                      </a:r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.</a:t>
                      </a:r>
                    </a:p>
                    <a:p>
                      <a:endParaRPr lang="en-US" altLang="ko-KR" sz="1000" dirty="0">
                        <a:latin typeface="+mj-ea"/>
                        <a:ea typeface="+mj-ea"/>
                      </a:endParaRPr>
                    </a:p>
                    <a:p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5.</a:t>
                      </a: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 </a:t>
                      </a:r>
                      <a:r>
                        <a:rPr lang="ko-KR" altLang="en-US" sz="1000" dirty="0" err="1">
                          <a:latin typeface="+mj-ea"/>
                          <a:ea typeface="+mj-ea"/>
                        </a:rPr>
                        <a:t>더보기</a:t>
                      </a: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 기능</a:t>
                      </a:r>
                      <a:endParaRPr lang="en-US" altLang="ko-KR" sz="1000" dirty="0">
                        <a:latin typeface="+mj-ea"/>
                        <a:ea typeface="+mj-ea"/>
                      </a:endParaRPr>
                    </a:p>
                    <a:p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 </a:t>
                      </a:r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- </a:t>
                      </a: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커뮤니티 인기 글  </a:t>
                      </a:r>
                      <a:r>
                        <a:rPr lang="ko-KR" altLang="en-US" sz="1000" dirty="0" err="1">
                          <a:latin typeface="+mj-ea"/>
                          <a:ea typeface="+mj-ea"/>
                        </a:rPr>
                        <a:t>더보기</a:t>
                      </a: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 클릭 시 전체 게시글 페이지로 이동한다</a:t>
                      </a:r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.</a:t>
                      </a:r>
                    </a:p>
                    <a:p>
                      <a:endParaRPr lang="en-US" altLang="ko-KR" sz="1000" dirty="0">
                        <a:latin typeface="+mj-ea"/>
                        <a:ea typeface="+mj-ea"/>
                      </a:endParaRPr>
                    </a:p>
                    <a:p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6. </a:t>
                      </a: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로그인 기능</a:t>
                      </a:r>
                      <a:endParaRPr lang="en-US" altLang="ko-KR" sz="1000" dirty="0">
                        <a:latin typeface="+mj-ea"/>
                        <a:ea typeface="+mj-ea"/>
                      </a:endParaRPr>
                    </a:p>
                    <a:p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 - </a:t>
                      </a: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로그인을 해야 메뉴에 들어갈 수 있다</a:t>
                      </a:r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.</a:t>
                      </a:r>
                    </a:p>
                    <a:p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 - </a:t>
                      </a: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로그인 하면 본인의 결과가 나온다</a:t>
                      </a:r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.</a:t>
                      </a:r>
                    </a:p>
                  </a:txBody>
                  <a:tcPr marL="91450" marR="91450" marT="45750" marB="4575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pic>
        <p:nvPicPr>
          <p:cNvPr id="4" name="그림 3">
            <a:extLst>
              <a:ext uri="{FF2B5EF4-FFF2-40B4-BE49-F238E27FC236}">
                <a16:creationId xmlns:a16="http://schemas.microsoft.com/office/drawing/2014/main" id="{D36CB741-81F5-4566-8833-467932AEA5D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7137" y="1790159"/>
            <a:ext cx="5765800" cy="414128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1" name="Google Shape;61;p2"/>
          <p:cNvGraphicFramePr/>
          <p:nvPr>
            <p:extLst>
              <p:ext uri="{D42A27DB-BD31-4B8C-83A1-F6EECF244321}">
                <p14:modId xmlns:p14="http://schemas.microsoft.com/office/powerpoint/2010/main" val="451826466"/>
              </p:ext>
            </p:extLst>
          </p:nvPr>
        </p:nvGraphicFramePr>
        <p:xfrm>
          <a:off x="457200" y="344487"/>
          <a:ext cx="6059450" cy="8958225"/>
        </p:xfrm>
        <a:graphic>
          <a:graphicData uri="http://schemas.openxmlformats.org/drawingml/2006/table">
            <a:tbl>
              <a:tblPr>
                <a:noFill/>
                <a:tableStyleId>{69A28E38-3AA5-4339-A1BF-AE6ADF5D02B0}</a:tableStyleId>
              </a:tblPr>
              <a:tblGrid>
                <a:gridCol w="965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25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558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080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64782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22275">
                <a:tc gridSpan="5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000"/>
                        <a:buFont typeface="Gulimche"/>
                        <a:buNone/>
                      </a:pPr>
                      <a:r>
                        <a:rPr lang="en-US" sz="2000" b="1" i="0" u="none" dirty="0" err="1">
                          <a:solidFill>
                            <a:srgbClr val="000000"/>
                          </a:solidFill>
                          <a:latin typeface="+mj-ea"/>
                          <a:ea typeface="+mj-ea"/>
                          <a:cs typeface="Gulimche"/>
                          <a:sym typeface="Gulimche"/>
                        </a:rPr>
                        <a:t>화면정의서</a:t>
                      </a:r>
                      <a:endParaRPr dirty="0">
                        <a:latin typeface="+mj-ea"/>
                        <a:ea typeface="+mj-ea"/>
                      </a:endParaRPr>
                    </a:p>
                  </a:txBody>
                  <a:tcPr marL="91450" marR="91450" marT="45750" marB="45750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C0C0C0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7325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en-US" sz="1000" b="0" i="0" u="none">
                          <a:solidFill>
                            <a:srgbClr val="000000"/>
                          </a:solidFill>
                          <a:latin typeface="+mj-ea"/>
                          <a:ea typeface="+mj-ea"/>
                          <a:cs typeface="Gulimche"/>
                          <a:sym typeface="Gulimche"/>
                        </a:rPr>
                        <a:t>업무명</a:t>
                      </a:r>
                      <a:endParaRPr>
                        <a:latin typeface="+mj-ea"/>
                        <a:ea typeface="+mj-ea"/>
                      </a:endParaRPr>
                    </a:p>
                  </a:txBody>
                  <a:tcPr marL="36000" marR="36000" marT="36025" marB="360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0E0E0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사용자 인증</a:t>
                      </a:r>
                      <a:endParaRPr sz="1000" dirty="0">
                        <a:latin typeface="+mj-ea"/>
                        <a:ea typeface="+mj-ea"/>
                      </a:endParaRPr>
                    </a:p>
                  </a:txBody>
                  <a:tcPr marL="36000" marR="36000" marT="36025" marB="360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en-US" sz="1000" b="0" i="0" u="none" dirty="0" err="1">
                          <a:solidFill>
                            <a:srgbClr val="000000"/>
                          </a:solidFill>
                          <a:latin typeface="+mj-ea"/>
                          <a:ea typeface="+mj-ea"/>
                          <a:cs typeface="Gulimche"/>
                          <a:sym typeface="Gulimche"/>
                        </a:rPr>
                        <a:t>작성일</a:t>
                      </a:r>
                      <a:endParaRPr sz="1000" dirty="0">
                        <a:latin typeface="+mj-ea"/>
                        <a:ea typeface="+mj-ea"/>
                      </a:endParaRPr>
                    </a:p>
                  </a:txBody>
                  <a:tcPr marL="36000" marR="36000" marT="36025" marB="360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0E0E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2026.05.22</a:t>
                      </a:r>
                      <a:endParaRPr sz="1000" dirty="0">
                        <a:latin typeface="+mj-ea"/>
                        <a:ea typeface="+mj-ea"/>
                      </a:endParaRPr>
                    </a:p>
                  </a:txBody>
                  <a:tcPr marL="36000" marR="36000" marT="36025" marB="360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685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en-US" sz="1000" b="0" i="0" u="none">
                          <a:solidFill>
                            <a:srgbClr val="000000"/>
                          </a:solidFill>
                          <a:latin typeface="+mj-ea"/>
                          <a:ea typeface="+mj-ea"/>
                          <a:cs typeface="Gulimche"/>
                          <a:sym typeface="Gulimche"/>
                        </a:rPr>
                        <a:t>업무대기능명</a:t>
                      </a:r>
                      <a:endParaRPr>
                        <a:latin typeface="+mj-ea"/>
                        <a:ea typeface="+mj-ea"/>
                      </a:endParaRPr>
                    </a:p>
                  </a:txBody>
                  <a:tcPr marL="36000" marR="36000" marT="36025" marB="360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0E0E0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회원관리</a:t>
                      </a:r>
                      <a:endParaRPr sz="1000" dirty="0">
                        <a:latin typeface="+mj-ea"/>
                        <a:ea typeface="+mj-ea"/>
                      </a:endParaRPr>
                    </a:p>
                  </a:txBody>
                  <a:tcPr marL="36000" marR="36000" marT="36025" marB="360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en-US" sz="1000" b="0" i="0" u="none" dirty="0" err="1">
                          <a:solidFill>
                            <a:srgbClr val="000000"/>
                          </a:solidFill>
                          <a:latin typeface="+mj-ea"/>
                          <a:ea typeface="+mj-ea"/>
                          <a:cs typeface="Gulimche"/>
                          <a:sym typeface="Gulimche"/>
                        </a:rPr>
                        <a:t>작성자</a:t>
                      </a:r>
                      <a:endParaRPr sz="1000" dirty="0">
                        <a:latin typeface="+mj-ea"/>
                        <a:ea typeface="+mj-ea"/>
                      </a:endParaRPr>
                    </a:p>
                  </a:txBody>
                  <a:tcPr marL="36000" marR="36000" marT="36025" marB="360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0E0E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곽민재</a:t>
                      </a:r>
                      <a:endParaRPr sz="1000" dirty="0">
                        <a:latin typeface="+mj-ea"/>
                        <a:ea typeface="+mj-ea"/>
                      </a:endParaRPr>
                    </a:p>
                  </a:txBody>
                  <a:tcPr marL="36000" marR="36000" marT="36025" marB="360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845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en-US" sz="1000" b="0" i="0" u="none">
                          <a:solidFill>
                            <a:srgbClr val="000000"/>
                          </a:solidFill>
                          <a:latin typeface="+mj-ea"/>
                          <a:ea typeface="+mj-ea"/>
                          <a:cs typeface="Gulimche"/>
                          <a:sym typeface="Gulimche"/>
                        </a:rPr>
                        <a:t>화면명</a:t>
                      </a:r>
                      <a:endParaRPr>
                        <a:latin typeface="+mj-ea"/>
                        <a:ea typeface="+mj-ea"/>
                      </a:endParaRPr>
                    </a:p>
                  </a:txBody>
                  <a:tcPr marL="36000" marR="36000" marT="36025" marB="360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0E0E0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구글 로그인 화면</a:t>
                      </a:r>
                      <a:endParaRPr sz="1000" dirty="0">
                        <a:latin typeface="+mj-ea"/>
                        <a:ea typeface="+mj-ea"/>
                      </a:endParaRPr>
                    </a:p>
                  </a:txBody>
                  <a:tcPr marL="36000" marR="36000" marT="36025" marB="360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en-US" sz="1000" b="0" i="0" u="none" dirty="0" err="1">
                          <a:solidFill>
                            <a:srgbClr val="000000"/>
                          </a:solidFill>
                          <a:latin typeface="+mj-ea"/>
                          <a:ea typeface="+mj-ea"/>
                          <a:cs typeface="Gulimche"/>
                          <a:sym typeface="Gulimche"/>
                        </a:rPr>
                        <a:t>화면ID</a:t>
                      </a:r>
                      <a:endParaRPr sz="1000" dirty="0">
                        <a:latin typeface="+mj-ea"/>
                        <a:ea typeface="+mj-ea"/>
                      </a:endParaRPr>
                    </a:p>
                  </a:txBody>
                  <a:tcPr marL="36000" marR="36000" marT="36025" marB="360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0E0E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  <a:tabLst/>
                        <a:defRPr/>
                      </a:pPr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LOGIN_PAGE</a:t>
                      </a:r>
                    </a:p>
                  </a:txBody>
                  <a:tcPr marL="36000" marR="36000" marT="36025" marB="360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95275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en-US" sz="1000" b="0" i="0" u="none">
                          <a:solidFill>
                            <a:srgbClr val="000000"/>
                          </a:solidFill>
                          <a:latin typeface="+mj-ea"/>
                          <a:ea typeface="+mj-ea"/>
                          <a:cs typeface="Gulimche"/>
                          <a:sym typeface="Gulimche"/>
                        </a:rPr>
                        <a:t>화면설명</a:t>
                      </a:r>
                      <a:endParaRPr>
                        <a:latin typeface="+mj-ea"/>
                        <a:ea typeface="+mj-ea"/>
                      </a:endParaRPr>
                    </a:p>
                  </a:txBody>
                  <a:tcPr marL="36000" marR="36000" marT="36025" marB="360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0E0E0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사용자가 구글 계정을 통해 로그인 및 회원가입을 진행하는 화면입니다</a:t>
                      </a:r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.</a:t>
                      </a:r>
                      <a:endParaRPr sz="1000" dirty="0">
                        <a:latin typeface="+mj-ea"/>
                        <a:ea typeface="+mj-ea"/>
                      </a:endParaRPr>
                    </a:p>
                  </a:txBody>
                  <a:tcPr marL="36000" marR="36000" marT="36025" marB="360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072050">
                <a:tc gridSpan="5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000" dirty="0">
                        <a:solidFill>
                          <a:schemeClr val="dk1"/>
                        </a:solidFill>
                        <a:latin typeface="+mj-ea"/>
                        <a:ea typeface="+mj-ea"/>
                        <a:cs typeface="Gulim"/>
                        <a:sym typeface="Gulim"/>
                      </a:endParaRPr>
                    </a:p>
                  </a:txBody>
                  <a:tcPr marL="36000" marR="36000" marT="36025" marB="36025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28600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ko-KR" altLang="en-US" sz="1000" b="0" i="0" u="none" dirty="0">
                          <a:solidFill>
                            <a:srgbClr val="000000"/>
                          </a:solidFill>
                          <a:latin typeface="+mj-ea"/>
                          <a:ea typeface="+mj-ea"/>
                          <a:cs typeface="Gulimche"/>
                          <a:sym typeface="Gulimche"/>
                        </a:rPr>
                        <a:t>구성요소</a:t>
                      </a:r>
                      <a:endParaRPr lang="ko-KR" altLang="en-US" sz="1000" b="0" i="0" u="none" dirty="0">
                        <a:solidFill>
                          <a:schemeClr val="dk1"/>
                        </a:solidFill>
                        <a:latin typeface="+mj-ea"/>
                        <a:ea typeface="+mj-ea"/>
                        <a:cs typeface="Gulimche"/>
                        <a:sym typeface="Gulimche"/>
                      </a:endParaRPr>
                    </a:p>
                    <a:p>
                      <a:pPr marL="0" marR="0" lvl="0" indent="0" algn="ctr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ko-KR" altLang="en-US" sz="1000" b="0" i="0" u="none" dirty="0">
                          <a:solidFill>
                            <a:srgbClr val="000000"/>
                          </a:solidFill>
                          <a:latin typeface="+mj-ea"/>
                          <a:ea typeface="+mj-ea"/>
                          <a:cs typeface="Gulimche"/>
                          <a:sym typeface="Gulimche"/>
                        </a:rPr>
                        <a:t>설명</a:t>
                      </a:r>
                      <a:endParaRPr lang="ko-KR" altLang="en-US" dirty="0">
                        <a:latin typeface="+mj-ea"/>
                        <a:ea typeface="+mj-ea"/>
                      </a:endParaRPr>
                    </a:p>
                  </a:txBody>
                  <a:tcPr marL="91450" marR="91450" marT="45750" marB="45750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0E0E0"/>
                    </a:solidFill>
                  </a:tcPr>
                </a:tc>
                <a:tc gridSpan="4">
                  <a:txBody>
                    <a:bodyPr/>
                    <a:lstStyle/>
                    <a:p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1. Google </a:t>
                      </a: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계정 로그인</a:t>
                      </a:r>
                      <a:endParaRPr lang="en-US" altLang="ko-KR" sz="1000" dirty="0">
                        <a:latin typeface="+mj-ea"/>
                        <a:ea typeface="+mj-ea"/>
                      </a:endParaRPr>
                    </a:p>
                    <a:p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  </a:t>
                      </a:r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- </a:t>
                      </a: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사용자는 </a:t>
                      </a:r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Google OAuth </a:t>
                      </a: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인증을 통해 로그인할 수 있다</a:t>
                      </a:r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.</a:t>
                      </a:r>
                    </a:p>
                    <a:p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  - </a:t>
                      </a: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최초 로그인 시 자동 회원가입 처리된다</a:t>
                      </a:r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.</a:t>
                      </a:r>
                    </a:p>
                    <a:p>
                      <a:endParaRPr lang="en-US" altLang="ko-KR" sz="1000" dirty="0">
                        <a:latin typeface="+mj-ea"/>
                        <a:ea typeface="+mj-ea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2. </a:t>
                      </a: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메인 메뉴 이동</a:t>
                      </a:r>
                      <a:endParaRPr lang="en-US" altLang="ko-KR" sz="1000" dirty="0">
                        <a:latin typeface="+mj-ea"/>
                        <a:ea typeface="+mj-ea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  - </a:t>
                      </a: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상단 메뉴</a:t>
                      </a:r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(Home, </a:t>
                      </a: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분석</a:t>
                      </a:r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, </a:t>
                      </a: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커뮤니티</a:t>
                      </a:r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, </a:t>
                      </a: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마이페이지</a:t>
                      </a:r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) </a:t>
                      </a: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클릭 시 각 페이지로 이동한다</a:t>
                      </a:r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.</a:t>
                      </a:r>
                    </a:p>
                    <a:p>
                      <a:pPr marL="0" indent="0">
                        <a:buNone/>
                      </a:pPr>
                      <a:endParaRPr lang="en-US" altLang="ko-KR" sz="1000" dirty="0">
                        <a:latin typeface="+mj-ea"/>
                        <a:ea typeface="+mj-ea"/>
                      </a:endParaRPr>
                    </a:p>
                    <a:p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3. </a:t>
                      </a: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로그인 상태 처리로그인 성공 시 사용자 정보가 저장된다</a:t>
                      </a:r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.</a:t>
                      </a:r>
                    </a:p>
                    <a:p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 - </a:t>
                      </a: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로그인 후 메인 페이지로 자동 이동한다</a:t>
                      </a:r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.</a:t>
                      </a:r>
                    </a:p>
                    <a:p>
                      <a:endParaRPr lang="en-US" altLang="ko-KR" sz="1000" dirty="0">
                        <a:latin typeface="+mj-ea"/>
                        <a:ea typeface="+mj-ea"/>
                      </a:endParaRPr>
                    </a:p>
                    <a:p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4. </a:t>
                      </a: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비로그인 접근 제한</a:t>
                      </a:r>
                      <a:endParaRPr lang="en-US" altLang="ko-KR" sz="1000" dirty="0">
                        <a:latin typeface="+mj-ea"/>
                        <a:ea typeface="+mj-ea"/>
                      </a:endParaRPr>
                    </a:p>
                    <a:p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  - </a:t>
                      </a: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게시글 작성</a:t>
                      </a:r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, </a:t>
                      </a: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마이페이지 등은 로그인 사용자만 접근 가능하다</a:t>
                      </a:r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.</a:t>
                      </a:r>
                    </a:p>
                    <a:p>
                      <a:pPr marL="0" marR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endParaRPr lang="ko-KR" altLang="en-US" sz="1000" dirty="0">
                        <a:latin typeface="+mj-ea"/>
                        <a:ea typeface="+mj-ea"/>
                      </a:endParaRPr>
                    </a:p>
                  </a:txBody>
                  <a:tcPr marL="91450" marR="91450" marT="45750" marB="4575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pic>
        <p:nvPicPr>
          <p:cNvPr id="3" name="그림 2">
            <a:extLst>
              <a:ext uri="{FF2B5EF4-FFF2-40B4-BE49-F238E27FC236}">
                <a16:creationId xmlns:a16="http://schemas.microsoft.com/office/drawing/2014/main" id="{BEEDD0CE-AEB3-49B0-A1CC-83C605A176C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2300" y="2236004"/>
            <a:ext cx="5778500" cy="4317195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1" name="Google Shape;61;p2"/>
          <p:cNvGraphicFramePr/>
          <p:nvPr>
            <p:extLst>
              <p:ext uri="{D42A27DB-BD31-4B8C-83A1-F6EECF244321}">
                <p14:modId xmlns:p14="http://schemas.microsoft.com/office/powerpoint/2010/main" val="3102553300"/>
              </p:ext>
            </p:extLst>
          </p:nvPr>
        </p:nvGraphicFramePr>
        <p:xfrm>
          <a:off x="266701" y="152400"/>
          <a:ext cx="6407149" cy="9454737"/>
        </p:xfrm>
        <a:graphic>
          <a:graphicData uri="http://schemas.openxmlformats.org/drawingml/2006/table">
            <a:tbl>
              <a:tblPr>
                <a:noFill/>
                <a:tableStyleId>{69A28E38-3AA5-4339-A1BF-AE6ADF5D02B0}</a:tableStyleId>
              </a:tblPr>
              <a:tblGrid>
                <a:gridCol w="102058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30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38526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6589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742379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05577">
                <a:tc gridSpan="5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000"/>
                        <a:buFont typeface="Gulimche"/>
                        <a:buNone/>
                      </a:pPr>
                      <a:r>
                        <a:rPr lang="en-US" sz="2000" b="1" i="0" u="none" dirty="0" err="1">
                          <a:solidFill>
                            <a:srgbClr val="000000"/>
                          </a:solidFill>
                          <a:latin typeface="+mj-ea"/>
                          <a:ea typeface="+mj-ea"/>
                          <a:cs typeface="Gulimche"/>
                          <a:sym typeface="Gulimche"/>
                        </a:rPr>
                        <a:t>화면정의서</a:t>
                      </a:r>
                      <a:endParaRPr dirty="0">
                        <a:latin typeface="+mj-ea"/>
                        <a:ea typeface="+mj-ea"/>
                      </a:endParaRPr>
                    </a:p>
                  </a:txBody>
                  <a:tcPr marL="91450" marR="91450" marT="45750" marB="45750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C0C0C0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5963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en-US" sz="1000" b="0" i="0" u="none">
                          <a:solidFill>
                            <a:srgbClr val="000000"/>
                          </a:solidFill>
                          <a:latin typeface="+mj-ea"/>
                          <a:ea typeface="+mj-ea"/>
                          <a:cs typeface="Gulimche"/>
                          <a:sym typeface="Gulimche"/>
                        </a:rPr>
                        <a:t>업무명</a:t>
                      </a:r>
                      <a:endParaRPr>
                        <a:latin typeface="+mj-ea"/>
                        <a:ea typeface="+mj-ea"/>
                      </a:endParaRPr>
                    </a:p>
                  </a:txBody>
                  <a:tcPr marL="36000" marR="36000" marT="36025" marB="360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0E0E0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분석결과 화면</a:t>
                      </a:r>
                      <a:endParaRPr sz="1000" dirty="0">
                        <a:latin typeface="+mj-ea"/>
                        <a:ea typeface="+mj-ea"/>
                      </a:endParaRPr>
                    </a:p>
                  </a:txBody>
                  <a:tcPr marL="36000" marR="36000" marT="36025" marB="360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en-US" sz="1000" b="0" i="0" u="none" dirty="0" err="1">
                          <a:solidFill>
                            <a:srgbClr val="000000"/>
                          </a:solidFill>
                          <a:latin typeface="+mj-ea"/>
                          <a:ea typeface="+mj-ea"/>
                          <a:cs typeface="Gulimche"/>
                          <a:sym typeface="Gulimche"/>
                        </a:rPr>
                        <a:t>작성일</a:t>
                      </a:r>
                      <a:endParaRPr sz="1000" dirty="0">
                        <a:latin typeface="+mj-ea"/>
                        <a:ea typeface="+mj-ea"/>
                      </a:endParaRPr>
                    </a:p>
                  </a:txBody>
                  <a:tcPr marL="36000" marR="36000" marT="36025" marB="360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0E0E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2026.05.22</a:t>
                      </a:r>
                      <a:endParaRPr sz="1000" dirty="0">
                        <a:latin typeface="+mj-ea"/>
                        <a:ea typeface="+mj-ea"/>
                      </a:endParaRPr>
                    </a:p>
                  </a:txBody>
                  <a:tcPr marL="36000" marR="36000" marT="36025" marB="360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85111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en-US" sz="1000" b="0" i="0" u="none">
                          <a:solidFill>
                            <a:srgbClr val="000000"/>
                          </a:solidFill>
                          <a:latin typeface="+mj-ea"/>
                          <a:ea typeface="+mj-ea"/>
                          <a:cs typeface="Gulimche"/>
                          <a:sym typeface="Gulimche"/>
                        </a:rPr>
                        <a:t>업무대기능명</a:t>
                      </a:r>
                      <a:endParaRPr>
                        <a:latin typeface="+mj-ea"/>
                        <a:ea typeface="+mj-ea"/>
                      </a:endParaRPr>
                    </a:p>
                  </a:txBody>
                  <a:tcPr marL="36000" marR="36000" marT="36025" marB="360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0E0E0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심근경색예측관리</a:t>
                      </a:r>
                      <a:endParaRPr sz="1000" dirty="0">
                        <a:latin typeface="+mj-ea"/>
                        <a:ea typeface="+mj-ea"/>
                      </a:endParaRPr>
                    </a:p>
                  </a:txBody>
                  <a:tcPr marL="36000" marR="36000" marT="36025" marB="360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en-US" sz="1000" b="0" i="0" u="none" dirty="0" err="1">
                          <a:solidFill>
                            <a:srgbClr val="000000"/>
                          </a:solidFill>
                          <a:latin typeface="+mj-ea"/>
                          <a:ea typeface="+mj-ea"/>
                          <a:cs typeface="Gulimche"/>
                          <a:sym typeface="Gulimche"/>
                        </a:rPr>
                        <a:t>작성자</a:t>
                      </a:r>
                      <a:endParaRPr sz="1000" dirty="0">
                        <a:latin typeface="+mj-ea"/>
                        <a:ea typeface="+mj-ea"/>
                      </a:endParaRPr>
                    </a:p>
                  </a:txBody>
                  <a:tcPr marL="36000" marR="36000" marT="36025" marB="360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0E0E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곽민재</a:t>
                      </a:r>
                      <a:endParaRPr sz="1000" dirty="0">
                        <a:latin typeface="+mj-ea"/>
                        <a:ea typeface="+mj-ea"/>
                      </a:endParaRPr>
                    </a:p>
                  </a:txBody>
                  <a:tcPr marL="36000" marR="36000" marT="36025" marB="360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86648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en-US" sz="1000" b="0" i="0" u="none">
                          <a:solidFill>
                            <a:srgbClr val="000000"/>
                          </a:solidFill>
                          <a:latin typeface="+mj-ea"/>
                          <a:ea typeface="+mj-ea"/>
                          <a:cs typeface="Gulimche"/>
                          <a:sym typeface="Gulimche"/>
                        </a:rPr>
                        <a:t>화면명</a:t>
                      </a:r>
                      <a:endParaRPr>
                        <a:latin typeface="+mj-ea"/>
                        <a:ea typeface="+mj-ea"/>
                      </a:endParaRPr>
                    </a:p>
                  </a:txBody>
                  <a:tcPr marL="36000" marR="36000" marT="36025" marB="360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0E0E0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심근경색 분석 결과 화면</a:t>
                      </a:r>
                      <a:endParaRPr sz="1000" dirty="0">
                        <a:latin typeface="+mj-ea"/>
                        <a:ea typeface="+mj-ea"/>
                      </a:endParaRPr>
                    </a:p>
                  </a:txBody>
                  <a:tcPr marL="36000" marR="36000" marT="36025" marB="360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en-US" sz="1000" b="0" i="0" u="none" dirty="0" err="1">
                          <a:solidFill>
                            <a:srgbClr val="000000"/>
                          </a:solidFill>
                          <a:latin typeface="+mj-ea"/>
                          <a:ea typeface="+mj-ea"/>
                          <a:cs typeface="Gulimche"/>
                          <a:sym typeface="Gulimche"/>
                        </a:rPr>
                        <a:t>화면ID</a:t>
                      </a:r>
                      <a:endParaRPr sz="1000" dirty="0">
                        <a:latin typeface="+mj-ea"/>
                        <a:ea typeface="+mj-ea"/>
                      </a:endParaRPr>
                    </a:p>
                  </a:txBody>
                  <a:tcPr marL="36000" marR="36000" marT="36025" marB="360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0E0E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endParaRPr sz="1000" dirty="0">
                        <a:latin typeface="+mj-ea"/>
                        <a:ea typeface="+mj-ea"/>
                      </a:endParaRPr>
                    </a:p>
                  </a:txBody>
                  <a:tcPr marL="36000" marR="36000" marT="36025" marB="360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3599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en-US" sz="1000" b="0" i="0" u="none">
                          <a:solidFill>
                            <a:srgbClr val="000000"/>
                          </a:solidFill>
                          <a:latin typeface="+mj-ea"/>
                          <a:ea typeface="+mj-ea"/>
                          <a:cs typeface="Gulimche"/>
                          <a:sym typeface="Gulimche"/>
                        </a:rPr>
                        <a:t>화면설명</a:t>
                      </a:r>
                      <a:endParaRPr>
                        <a:latin typeface="+mj-ea"/>
                        <a:ea typeface="+mj-ea"/>
                      </a:endParaRPr>
                    </a:p>
                  </a:txBody>
                  <a:tcPr marL="36000" marR="36000" marT="36025" marB="360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0E0E0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사용자의 건강 데이터를 기반으로 심근경색 발생 위험도를 분석하여 제공하는 화면이다</a:t>
                      </a:r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.</a:t>
                      </a:r>
                      <a:endParaRPr sz="1000" dirty="0">
                        <a:latin typeface="+mj-ea"/>
                        <a:ea typeface="+mj-ea"/>
                      </a:endParaRPr>
                    </a:p>
                  </a:txBody>
                  <a:tcPr marL="36000" marR="36000" marT="36025" marB="360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871491">
                <a:tc gridSpan="5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000" dirty="0">
                        <a:solidFill>
                          <a:schemeClr val="dk1"/>
                        </a:solidFill>
                        <a:latin typeface="+mj-ea"/>
                        <a:ea typeface="+mj-ea"/>
                        <a:cs typeface="Gulim"/>
                        <a:sym typeface="Gulim"/>
                      </a:endParaRPr>
                    </a:p>
                  </a:txBody>
                  <a:tcPr marL="36000" marR="36000" marT="36025" marB="36025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046348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ko-KR" altLang="en-US" sz="1000" b="0" i="0" u="none" dirty="0">
                          <a:solidFill>
                            <a:srgbClr val="000000"/>
                          </a:solidFill>
                          <a:latin typeface="+mj-ea"/>
                          <a:ea typeface="+mj-ea"/>
                          <a:cs typeface="Gulimche"/>
                          <a:sym typeface="Gulimche"/>
                        </a:rPr>
                        <a:t>구성요소</a:t>
                      </a:r>
                      <a:endParaRPr lang="ko-KR" altLang="en-US" sz="1000" b="0" i="0" u="none" dirty="0">
                        <a:solidFill>
                          <a:schemeClr val="dk1"/>
                        </a:solidFill>
                        <a:latin typeface="+mj-ea"/>
                        <a:ea typeface="+mj-ea"/>
                        <a:cs typeface="Gulimche"/>
                        <a:sym typeface="Gulimche"/>
                      </a:endParaRPr>
                    </a:p>
                    <a:p>
                      <a:pPr marL="0" marR="0" lvl="0" indent="0" algn="ctr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ko-KR" altLang="en-US" sz="1000" b="0" i="0" u="none" dirty="0">
                          <a:solidFill>
                            <a:srgbClr val="000000"/>
                          </a:solidFill>
                          <a:latin typeface="+mj-ea"/>
                          <a:ea typeface="+mj-ea"/>
                          <a:cs typeface="Gulimche"/>
                          <a:sym typeface="Gulimche"/>
                        </a:rPr>
                        <a:t>설명</a:t>
                      </a:r>
                      <a:endParaRPr lang="ko-KR" altLang="en-US" dirty="0">
                        <a:latin typeface="+mj-ea"/>
                        <a:ea typeface="+mj-ea"/>
                      </a:endParaRPr>
                    </a:p>
                  </a:txBody>
                  <a:tcPr marL="91450" marR="91450" marT="45750" marB="45750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0E0E0"/>
                    </a:solidFill>
                  </a:tcPr>
                </a:tc>
                <a:tc gridSpan="4">
                  <a:txBody>
                    <a:bodyPr/>
                    <a:lstStyle/>
                    <a:p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1. </a:t>
                      </a: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심근경색 발생 확률 표시</a:t>
                      </a:r>
                      <a:endParaRPr lang="en-US" altLang="ko-KR" sz="1000" dirty="0">
                        <a:latin typeface="+mj-ea"/>
                        <a:ea typeface="+mj-ea"/>
                      </a:endParaRPr>
                    </a:p>
                    <a:p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 </a:t>
                      </a:r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- </a:t>
                      </a: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예측 모델 결과를 퍼센트</a:t>
                      </a:r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(%) </a:t>
                      </a: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형태로 출력한다</a:t>
                      </a:r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.</a:t>
                      </a:r>
                    </a:p>
                    <a:p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 </a:t>
                      </a:r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- </a:t>
                      </a: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위험도 수준</a:t>
                      </a:r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(</a:t>
                      </a: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낮음</a:t>
                      </a:r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/</a:t>
                      </a: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보통</a:t>
                      </a:r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/</a:t>
                      </a: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높음</a:t>
                      </a:r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)</a:t>
                      </a: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을 함께 표시한다</a:t>
                      </a:r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.</a:t>
                      </a:r>
                    </a:p>
                    <a:p>
                      <a:endParaRPr lang="en-US" altLang="ko-KR" sz="1000" dirty="0">
                        <a:latin typeface="+mj-ea"/>
                        <a:ea typeface="+mj-ea"/>
                      </a:endParaRPr>
                    </a:p>
                    <a:p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2. </a:t>
                      </a: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분석 추이 </a:t>
                      </a:r>
                      <a:endParaRPr lang="en-US" altLang="ko-KR" sz="1000" dirty="0">
                        <a:latin typeface="+mj-ea"/>
                        <a:ea typeface="+mj-ea"/>
                      </a:endParaRPr>
                    </a:p>
                    <a:p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 </a:t>
                      </a:r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- </a:t>
                      </a: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그래프 날짜 별 분석 결과를 선 그래프로 출력한다</a:t>
                      </a:r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.</a:t>
                      </a:r>
                    </a:p>
                    <a:p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 - </a:t>
                      </a: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그래프 점 클릭 시 해당 날짜 상세 데이터 조회 가능하다</a:t>
                      </a:r>
                      <a:endParaRPr lang="en-US" altLang="ko-KR" sz="1000" dirty="0">
                        <a:latin typeface="+mj-ea"/>
                        <a:ea typeface="+mj-ea"/>
                      </a:endParaRPr>
                    </a:p>
                    <a:p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.</a:t>
                      </a:r>
                    </a:p>
                    <a:p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3. </a:t>
                      </a: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건강 기준표 제공</a:t>
                      </a:r>
                      <a:endParaRPr lang="en-US" altLang="ko-KR" sz="1000" dirty="0">
                        <a:latin typeface="+mj-ea"/>
                        <a:ea typeface="+mj-ea"/>
                      </a:endParaRPr>
                    </a:p>
                    <a:p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 </a:t>
                      </a:r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- </a:t>
                      </a: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혈당</a:t>
                      </a:r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, </a:t>
                      </a: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콜레스테롤</a:t>
                      </a:r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, BMI </a:t>
                      </a: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등 정상 범위를 표로 제공한다</a:t>
                      </a:r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.</a:t>
                      </a:r>
                    </a:p>
                    <a:p>
                      <a:endParaRPr lang="en-US" altLang="ko-KR" sz="1000" dirty="0">
                        <a:latin typeface="+mj-ea"/>
                        <a:ea typeface="+mj-ea"/>
                      </a:endParaRPr>
                    </a:p>
                    <a:p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4. Raw Data </a:t>
                      </a: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조회</a:t>
                      </a:r>
                      <a:endParaRPr lang="en-US" altLang="ko-KR" sz="1000" dirty="0">
                        <a:latin typeface="+mj-ea"/>
                        <a:ea typeface="+mj-ea"/>
                      </a:endParaRPr>
                    </a:p>
                    <a:p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 </a:t>
                      </a:r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- </a:t>
                      </a: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사용자의 검사 데이터를 표 형태로 출력한다</a:t>
                      </a:r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.</a:t>
                      </a:r>
                    </a:p>
                    <a:p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 </a:t>
                      </a:r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- </a:t>
                      </a: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건강 수치 및 측정값 확인 가능하다</a:t>
                      </a:r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.</a:t>
                      </a:r>
                    </a:p>
                    <a:p>
                      <a:endParaRPr lang="en-US" altLang="ko-KR" sz="1000" dirty="0">
                        <a:latin typeface="+mj-ea"/>
                        <a:ea typeface="+mj-ea"/>
                      </a:endParaRPr>
                    </a:p>
                    <a:p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5. </a:t>
                      </a: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결과 해석 기능</a:t>
                      </a:r>
                      <a:endParaRPr lang="en-US" altLang="ko-KR" sz="1000" dirty="0">
                        <a:latin typeface="+mj-ea"/>
                        <a:ea typeface="+mj-ea"/>
                      </a:endParaRPr>
                    </a:p>
                    <a:p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 - AI </a:t>
                      </a: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분석 결과를 기반으로 건강 상태 해석 문구를 제공한다</a:t>
                      </a:r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.</a:t>
                      </a:r>
                    </a:p>
                    <a:p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 </a:t>
                      </a:r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- </a:t>
                      </a: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예측하기 기능버튼 클릭 시 새로운 건강 분석을 수행한다</a:t>
                      </a:r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.</a:t>
                      </a:r>
                    </a:p>
                    <a:p>
                      <a:pPr marL="0" marR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endParaRPr lang="ko-KR" altLang="en-US" sz="1000" dirty="0">
                        <a:latin typeface="+mj-ea"/>
                        <a:ea typeface="+mj-ea"/>
                      </a:endParaRPr>
                    </a:p>
                  </a:txBody>
                  <a:tcPr marL="91450" marR="91450" marT="45750" marB="4575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pic>
        <p:nvPicPr>
          <p:cNvPr id="4" name="그림 3">
            <a:extLst>
              <a:ext uri="{FF2B5EF4-FFF2-40B4-BE49-F238E27FC236}">
                <a16:creationId xmlns:a16="http://schemas.microsoft.com/office/drawing/2014/main" id="{4D339860-85CB-481D-BC2C-B8C2D7C1B53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8000" y="1889538"/>
            <a:ext cx="6083299" cy="4263612"/>
          </a:xfrm>
          <a:prstGeom prst="rect">
            <a:avLst/>
          </a:prstGeom>
        </p:spPr>
      </p:pic>
      <p:sp>
        <p:nvSpPr>
          <p:cNvPr id="10" name="말풍선: 타원형 9">
            <a:extLst>
              <a:ext uri="{FF2B5EF4-FFF2-40B4-BE49-F238E27FC236}">
                <a16:creationId xmlns:a16="http://schemas.microsoft.com/office/drawing/2014/main" id="{330D7B2C-CC59-40FE-9F19-B2F85D06D483}"/>
              </a:ext>
            </a:extLst>
          </p:cNvPr>
          <p:cNvSpPr/>
          <p:nvPr/>
        </p:nvSpPr>
        <p:spPr>
          <a:xfrm>
            <a:off x="4102103" y="2137188"/>
            <a:ext cx="1568447" cy="577850"/>
          </a:xfrm>
          <a:prstGeom prst="wedgeEllipseCallout">
            <a:avLst>
              <a:gd name="adj1" fmla="val 24860"/>
              <a:gd name="adj2" fmla="val 123656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>
                <a:solidFill>
                  <a:schemeClr val="tx1"/>
                </a:solidFill>
              </a:rPr>
              <a:t>누르면 해당하는 데이터 목록 나타남 </a:t>
            </a:r>
          </a:p>
        </p:txBody>
      </p:sp>
      <p:sp>
        <p:nvSpPr>
          <p:cNvPr id="11" name="말풍선: 타원형 10">
            <a:extLst>
              <a:ext uri="{FF2B5EF4-FFF2-40B4-BE49-F238E27FC236}">
                <a16:creationId xmlns:a16="http://schemas.microsoft.com/office/drawing/2014/main" id="{08953813-5BEF-42B6-88DD-80357F5D2146}"/>
              </a:ext>
            </a:extLst>
          </p:cNvPr>
          <p:cNvSpPr/>
          <p:nvPr/>
        </p:nvSpPr>
        <p:spPr>
          <a:xfrm>
            <a:off x="3136902" y="5130800"/>
            <a:ext cx="1568447" cy="577850"/>
          </a:xfrm>
          <a:prstGeom prst="wedgeEllipseCallout">
            <a:avLst>
              <a:gd name="adj1" fmla="val -89996"/>
              <a:gd name="adj2" fmla="val 962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>
                <a:solidFill>
                  <a:schemeClr val="tx1"/>
                </a:solidFill>
              </a:rPr>
              <a:t>점 클릭하면 </a:t>
            </a:r>
            <a:r>
              <a:rPr lang="ko-KR" altLang="en-US" sz="1000">
                <a:solidFill>
                  <a:schemeClr val="tx1"/>
                </a:solidFill>
              </a:rPr>
              <a:t>그래프 해석 결과가 나온다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279843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1" name="Google Shape;61;p2"/>
          <p:cNvGraphicFramePr/>
          <p:nvPr>
            <p:extLst>
              <p:ext uri="{D42A27DB-BD31-4B8C-83A1-F6EECF244321}">
                <p14:modId xmlns:p14="http://schemas.microsoft.com/office/powerpoint/2010/main" val="936692392"/>
              </p:ext>
            </p:extLst>
          </p:nvPr>
        </p:nvGraphicFramePr>
        <p:xfrm>
          <a:off x="209550" y="63500"/>
          <a:ext cx="6438900" cy="9685779"/>
        </p:xfrm>
        <a:graphic>
          <a:graphicData uri="http://schemas.openxmlformats.org/drawingml/2006/table">
            <a:tbl>
              <a:tblPr>
                <a:noFill/>
                <a:tableStyleId>{69A28E38-3AA5-4339-A1BF-AE6ADF5D02B0}</a:tableStyleId>
              </a:tblPr>
              <a:tblGrid>
                <a:gridCol w="102564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9106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4226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079921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41581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000"/>
                        <a:buFont typeface="Gulimche"/>
                        <a:buNone/>
                      </a:pPr>
                      <a:r>
                        <a:rPr lang="en-US" sz="2000" b="1" i="0" u="none" dirty="0" err="1">
                          <a:solidFill>
                            <a:srgbClr val="000000"/>
                          </a:solidFill>
                          <a:latin typeface="Gulimche"/>
                          <a:ea typeface="Gulimche"/>
                          <a:cs typeface="Gulimche"/>
                          <a:sym typeface="Gulimche"/>
                        </a:rPr>
                        <a:t>화면정의서</a:t>
                      </a:r>
                      <a:endParaRPr dirty="0"/>
                    </a:p>
                  </a:txBody>
                  <a:tcPr marL="91450" marR="91450" marT="45750" marB="45750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C0C0C0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0461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en-US" sz="1000" b="0" i="0" u="none">
                          <a:solidFill>
                            <a:srgbClr val="000000"/>
                          </a:solidFill>
                          <a:latin typeface="Gulimche"/>
                          <a:ea typeface="Gulimche"/>
                          <a:cs typeface="Gulimche"/>
                          <a:sym typeface="Gulimche"/>
                        </a:rPr>
                        <a:t>업무명</a:t>
                      </a:r>
                      <a:endParaRPr/>
                    </a:p>
                  </a:txBody>
                  <a:tcPr marL="36000" marR="36000" marT="36025" marB="360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0E0E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000" dirty="0"/>
                        <a:t>건강분석</a:t>
                      </a:r>
                      <a:endParaRPr lang="ko-KR" dirty="0"/>
                    </a:p>
                  </a:txBody>
                  <a:tcPr marL="36000" marR="36000" marT="36025" marB="360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en-US" sz="1000" b="0" i="0" u="none" dirty="0" err="1">
                          <a:solidFill>
                            <a:srgbClr val="000000"/>
                          </a:solidFill>
                          <a:latin typeface="Gulimche"/>
                          <a:ea typeface="Gulimche"/>
                          <a:cs typeface="Gulimche"/>
                          <a:sym typeface="Gulimche"/>
                        </a:rPr>
                        <a:t>작성일</a:t>
                      </a:r>
                      <a:endParaRPr sz="1000" dirty="0"/>
                    </a:p>
                  </a:txBody>
                  <a:tcPr marL="36000" marR="36000" marT="36025" marB="36025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0E0E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en-US" altLang="ko-KR" sz="1000" dirty="0"/>
                        <a:t>2026.05.22</a:t>
                      </a:r>
                      <a:endParaRPr sz="1000" dirty="0"/>
                    </a:p>
                  </a:txBody>
                  <a:tcPr marL="36000" marR="36000" marT="36025" marB="360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0421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en-US" sz="1000" b="0" i="0" u="none">
                          <a:solidFill>
                            <a:srgbClr val="000000"/>
                          </a:solidFill>
                          <a:latin typeface="Gulimche"/>
                          <a:ea typeface="Gulimche"/>
                          <a:cs typeface="Gulimche"/>
                          <a:sym typeface="Gulimche"/>
                        </a:rPr>
                        <a:t>업무대기능명</a:t>
                      </a:r>
                      <a:endParaRPr/>
                    </a:p>
                  </a:txBody>
                  <a:tcPr marL="36000" marR="36000" marT="36025" marB="360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0E0E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000" dirty="0"/>
                        <a:t>심근경색예측관리</a:t>
                      </a:r>
                      <a:endParaRPr lang="ko-KR" dirty="0"/>
                    </a:p>
                  </a:txBody>
                  <a:tcPr marL="36000" marR="36000" marT="36025" marB="360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en-US" sz="1000" b="0" i="0" u="none" dirty="0" err="1">
                          <a:solidFill>
                            <a:srgbClr val="000000"/>
                          </a:solidFill>
                          <a:latin typeface="Gulimche"/>
                          <a:ea typeface="Gulimche"/>
                          <a:cs typeface="Gulimche"/>
                          <a:sym typeface="Gulimche"/>
                        </a:rPr>
                        <a:t>작성자</a:t>
                      </a:r>
                      <a:endParaRPr sz="1000" dirty="0"/>
                    </a:p>
                  </a:txBody>
                  <a:tcPr marL="36000" marR="36000" marT="36025" marB="36025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0E0E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ko-KR" altLang="en-US" sz="1000" dirty="0"/>
                        <a:t>곽민재</a:t>
                      </a:r>
                      <a:endParaRPr sz="1000" dirty="0"/>
                    </a:p>
                  </a:txBody>
                  <a:tcPr marL="36000" marR="36000" marT="36025" marB="360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1209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en-US" sz="1000" b="0" i="0" u="none">
                          <a:solidFill>
                            <a:srgbClr val="000000"/>
                          </a:solidFill>
                          <a:latin typeface="Gulimche"/>
                          <a:ea typeface="Gulimche"/>
                          <a:cs typeface="Gulimche"/>
                          <a:sym typeface="Gulimche"/>
                        </a:rPr>
                        <a:t>화면명</a:t>
                      </a:r>
                      <a:endParaRPr/>
                    </a:p>
                  </a:txBody>
                  <a:tcPr marL="36000" marR="36000" marT="36025" marB="360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0E0E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000" dirty="0"/>
                        <a:t>심근경색 발생 확률 구하기</a:t>
                      </a:r>
                      <a:endParaRPr lang="ko-KR" dirty="0"/>
                    </a:p>
                  </a:txBody>
                  <a:tcPr marL="36000" marR="36000" marT="36025" marB="360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en-US" sz="1000" b="0" i="0" u="none" dirty="0" err="1">
                          <a:solidFill>
                            <a:srgbClr val="000000"/>
                          </a:solidFill>
                          <a:latin typeface="Gulimche"/>
                          <a:ea typeface="Gulimche"/>
                          <a:cs typeface="Gulimche"/>
                          <a:sym typeface="Gulimche"/>
                        </a:rPr>
                        <a:t>화면ID</a:t>
                      </a:r>
                      <a:endParaRPr sz="1000" dirty="0"/>
                    </a:p>
                  </a:txBody>
                  <a:tcPr marL="36000" marR="36000" marT="36025" marB="36025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0E0E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en-US" altLang="ko-KR" sz="1000" dirty="0"/>
                        <a:t>HEART_PREDICT_INPUT_PAGE</a:t>
                      </a:r>
                      <a:endParaRPr sz="1000" dirty="0"/>
                    </a:p>
                  </a:txBody>
                  <a:tcPr marL="36000" marR="36000" marT="36025" marB="360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40502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en-US" sz="1000" b="0" i="0" u="none">
                          <a:solidFill>
                            <a:srgbClr val="000000"/>
                          </a:solidFill>
                          <a:latin typeface="Gulimche"/>
                          <a:ea typeface="Gulimche"/>
                          <a:cs typeface="Gulimche"/>
                          <a:sym typeface="Gulimche"/>
                        </a:rPr>
                        <a:t>화면설명</a:t>
                      </a:r>
                      <a:endParaRPr/>
                    </a:p>
                  </a:txBody>
                  <a:tcPr marL="36000" marR="36000" marT="36025" marB="360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0E0E0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ko-KR" altLang="en-US" sz="1000" dirty="0"/>
                        <a:t>사용자의 건강 정보와 생활 습관 데이터를 입력 받아 심근경색 발생 확률을 </a:t>
                      </a:r>
                      <a:endParaRPr lang="en-US" altLang="ko-KR" sz="1000" dirty="0"/>
                    </a:p>
                    <a:p>
                      <a:pPr marL="0" marR="0" lvl="0" indent="0" algn="ctr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ko-KR" altLang="en-US" sz="1000" dirty="0"/>
                        <a:t>예측하는 화면이다</a:t>
                      </a:r>
                      <a:endParaRPr lang="ko-KR" dirty="0"/>
                    </a:p>
                  </a:txBody>
                  <a:tcPr marL="36000" marR="36000" marT="36025" marB="360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868540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000" dirty="0">
                        <a:solidFill>
                          <a:schemeClr val="dk1"/>
                        </a:solidFill>
                        <a:latin typeface="+mj-ea"/>
                        <a:ea typeface="+mj-ea"/>
                        <a:cs typeface="Gulim"/>
                        <a:sym typeface="Gulim"/>
                      </a:endParaRPr>
                    </a:p>
                  </a:txBody>
                  <a:tcPr marL="36000" marR="36000" marT="36025" marB="36025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746223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ko-KR" altLang="en-US" sz="1000" b="0" i="0" u="none" dirty="0">
                          <a:solidFill>
                            <a:srgbClr val="000000"/>
                          </a:solidFill>
                          <a:latin typeface="Gulimche"/>
                          <a:ea typeface="Gulimche"/>
                          <a:cs typeface="Gulimche"/>
                          <a:sym typeface="Gulimche"/>
                        </a:rPr>
                        <a:t>구성요소</a:t>
                      </a:r>
                      <a:endParaRPr lang="ko-KR" altLang="en-US" sz="1000" b="0" i="0" u="none" dirty="0">
                        <a:solidFill>
                          <a:schemeClr val="dk1"/>
                        </a:solidFill>
                        <a:latin typeface="Gulimche"/>
                        <a:ea typeface="Gulimche"/>
                        <a:cs typeface="Gulimche"/>
                        <a:sym typeface="Gulimche"/>
                      </a:endParaRPr>
                    </a:p>
                    <a:p>
                      <a:pPr marL="0" marR="0" lvl="0" indent="0" algn="ctr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ko-KR" altLang="en-US" sz="1000" b="0" i="0" u="none" dirty="0">
                          <a:solidFill>
                            <a:srgbClr val="000000"/>
                          </a:solidFill>
                          <a:latin typeface="Gulimche"/>
                          <a:ea typeface="Gulimche"/>
                          <a:cs typeface="Gulimche"/>
                          <a:sym typeface="Gulimche"/>
                        </a:rPr>
                        <a:t>설명</a:t>
                      </a:r>
                      <a:endParaRPr lang="ko-KR" altLang="en-US" dirty="0"/>
                    </a:p>
                  </a:txBody>
                  <a:tcPr marL="91450" marR="91450" marT="45750" marB="45750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0E0E0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en-US" altLang="ko-KR" sz="1000" dirty="0"/>
                        <a:t>1. </a:t>
                      </a:r>
                      <a:r>
                        <a:rPr lang="ko-KR" altLang="en-US" sz="1000" dirty="0"/>
                        <a:t>질환 여부 입력 </a:t>
                      </a:r>
                      <a:endParaRPr lang="en-US" altLang="ko-KR" sz="1000" dirty="0"/>
                    </a:p>
                    <a:p>
                      <a:pPr marL="0" marR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ko-KR" altLang="en-US" sz="1000" dirty="0"/>
                        <a:t>고혈압 의사진단 여부 선택</a:t>
                      </a:r>
                      <a:r>
                        <a:rPr lang="en-US" altLang="ko-KR" sz="1000" dirty="0"/>
                        <a:t>,</a:t>
                      </a:r>
                      <a:r>
                        <a:rPr lang="ko-KR" altLang="en-US" sz="1000" dirty="0"/>
                        <a:t> </a:t>
                      </a:r>
                      <a:r>
                        <a:rPr lang="en-US" altLang="ko-KR" sz="1000" dirty="0"/>
                        <a:t> </a:t>
                      </a:r>
                      <a:r>
                        <a:rPr lang="ko-KR" altLang="en-US" sz="1000" dirty="0" err="1"/>
                        <a:t>이상지질혈증</a:t>
                      </a:r>
                      <a:r>
                        <a:rPr lang="ko-KR" altLang="en-US" sz="1000" dirty="0"/>
                        <a:t> 의사진단 여부 선택</a:t>
                      </a:r>
                      <a:r>
                        <a:rPr lang="en-US" altLang="ko-KR" sz="1000" dirty="0"/>
                        <a:t>,</a:t>
                      </a:r>
                    </a:p>
                    <a:p>
                      <a:pPr marL="0" marR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ko-KR" altLang="en-US" sz="1000" dirty="0"/>
                        <a:t>당뇨병 의사진단 여부 선택</a:t>
                      </a:r>
                      <a:r>
                        <a:rPr lang="en-US" altLang="ko-KR" sz="1000" dirty="0"/>
                        <a:t>,</a:t>
                      </a:r>
                      <a:r>
                        <a:rPr lang="ko-KR" altLang="en-US" sz="1000" dirty="0"/>
                        <a:t> </a:t>
                      </a:r>
                      <a:r>
                        <a:rPr lang="en-US" altLang="ko-KR" sz="1000" dirty="0"/>
                        <a:t> </a:t>
                      </a:r>
                      <a:r>
                        <a:rPr lang="ko-KR" altLang="en-US" sz="1000" dirty="0"/>
                        <a:t>뇌졸중 의사진단 여부 선택</a:t>
                      </a:r>
                      <a:endParaRPr lang="en-US" altLang="ko-KR" sz="1000" dirty="0"/>
                    </a:p>
                    <a:p>
                      <a:pPr marL="0" marR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endParaRPr lang="en-US" altLang="ko-KR" sz="1000" dirty="0"/>
                    </a:p>
                    <a:p>
                      <a:pPr marL="0" marR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en-US" altLang="ko-KR" sz="1000" dirty="0"/>
                        <a:t>2. </a:t>
                      </a:r>
                      <a:r>
                        <a:rPr lang="ko-KR" altLang="en-US" sz="1000" dirty="0"/>
                        <a:t>건강 수치 입력</a:t>
                      </a:r>
                      <a:r>
                        <a:rPr lang="en-US" altLang="ko-KR" sz="1000" dirty="0"/>
                        <a:t>,</a:t>
                      </a:r>
                      <a:r>
                        <a:rPr lang="ko-KR" altLang="en-US" sz="1000" dirty="0"/>
                        <a:t> </a:t>
                      </a:r>
                      <a:r>
                        <a:rPr lang="en-US" altLang="ko-KR" sz="1000" dirty="0"/>
                        <a:t> </a:t>
                      </a:r>
                      <a:r>
                        <a:rPr lang="ko-KR" altLang="en-US" sz="1000" dirty="0"/>
                        <a:t>공복 혈당 입력</a:t>
                      </a:r>
                      <a:r>
                        <a:rPr lang="en-US" altLang="ko-KR" sz="1000" dirty="0"/>
                        <a:t>,</a:t>
                      </a:r>
                      <a:r>
                        <a:rPr lang="ko-KR" altLang="en-US" sz="1000" dirty="0"/>
                        <a:t> </a:t>
                      </a:r>
                      <a:r>
                        <a:rPr lang="en-US" altLang="ko-KR" sz="1000" dirty="0"/>
                        <a:t> </a:t>
                      </a:r>
                      <a:r>
                        <a:rPr lang="ko-KR" altLang="en-US" sz="1000" dirty="0"/>
                        <a:t>당화혈색소 입력 </a:t>
                      </a:r>
                      <a:r>
                        <a:rPr lang="en-US" altLang="ko-KR" sz="1000" dirty="0"/>
                        <a:t>,</a:t>
                      </a:r>
                    </a:p>
                    <a:p>
                      <a:pPr marL="0" marR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ko-KR" altLang="en-US" sz="1000" dirty="0"/>
                        <a:t>총콜레스테롤 입력</a:t>
                      </a:r>
                      <a:r>
                        <a:rPr lang="en-US" altLang="ko-KR" sz="1000" dirty="0"/>
                        <a:t>,</a:t>
                      </a:r>
                      <a:r>
                        <a:rPr lang="ko-KR" altLang="en-US" sz="1000" dirty="0"/>
                        <a:t> </a:t>
                      </a:r>
                      <a:r>
                        <a:rPr lang="en-US" altLang="ko-KR" sz="1000" dirty="0"/>
                        <a:t> </a:t>
                      </a:r>
                      <a:r>
                        <a:rPr lang="ko-KR" altLang="en-US" sz="1000" dirty="0"/>
                        <a:t>체질량지수</a:t>
                      </a:r>
                      <a:r>
                        <a:rPr lang="en-US" altLang="ko-KR" sz="1000" dirty="0"/>
                        <a:t>(BMI) </a:t>
                      </a:r>
                      <a:r>
                        <a:rPr lang="ko-KR" altLang="en-US" sz="1000" dirty="0"/>
                        <a:t>입력</a:t>
                      </a:r>
                      <a:r>
                        <a:rPr lang="en-US" altLang="ko-KR" sz="1000" dirty="0"/>
                        <a:t>,</a:t>
                      </a:r>
                      <a:r>
                        <a:rPr lang="ko-KR" altLang="en-US" sz="1000" dirty="0"/>
                        <a:t> </a:t>
                      </a:r>
                      <a:r>
                        <a:rPr lang="en-US" altLang="ko-KR" sz="1000" dirty="0"/>
                        <a:t> </a:t>
                      </a:r>
                      <a:r>
                        <a:rPr lang="ko-KR" altLang="en-US" sz="1000" dirty="0"/>
                        <a:t>허리둘레 입력</a:t>
                      </a:r>
                      <a:endParaRPr lang="en-US" altLang="ko-KR" sz="1000" dirty="0"/>
                    </a:p>
                    <a:p>
                      <a:pPr marL="0" marR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endParaRPr lang="en-US" altLang="ko-KR" sz="1000" dirty="0"/>
                    </a:p>
                    <a:p>
                      <a:pPr marL="0" marR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en-US" altLang="ko-KR" sz="1000" dirty="0"/>
                        <a:t>3. </a:t>
                      </a:r>
                      <a:r>
                        <a:rPr lang="ko-KR" altLang="en-US" sz="1000" dirty="0"/>
                        <a:t>생활 습관 입력</a:t>
                      </a:r>
                      <a:r>
                        <a:rPr lang="en-US" altLang="ko-KR" sz="1000" dirty="0"/>
                        <a:t>,</a:t>
                      </a:r>
                      <a:r>
                        <a:rPr lang="ko-KR" altLang="en-US" sz="1000" dirty="0"/>
                        <a:t> </a:t>
                      </a:r>
                      <a:endParaRPr lang="en-US" altLang="ko-KR" sz="1000" dirty="0"/>
                    </a:p>
                    <a:p>
                      <a:pPr marL="0" marR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ko-KR" altLang="en-US" sz="1000" dirty="0"/>
                        <a:t>흡연 여부 선택</a:t>
                      </a:r>
                      <a:r>
                        <a:rPr lang="en-US" altLang="ko-KR" sz="1000" dirty="0"/>
                        <a:t>,</a:t>
                      </a:r>
                      <a:r>
                        <a:rPr lang="ko-KR" altLang="en-US" sz="1000" dirty="0"/>
                        <a:t> 음주 빈도 선택</a:t>
                      </a:r>
                      <a:r>
                        <a:rPr lang="en-US" altLang="ko-KR" sz="1000" dirty="0"/>
                        <a:t>,</a:t>
                      </a:r>
                      <a:r>
                        <a:rPr lang="ko-KR" altLang="en-US" sz="1000" dirty="0"/>
                        <a:t> 음주량 선택</a:t>
                      </a:r>
                      <a:r>
                        <a:rPr lang="en-US" altLang="ko-KR" sz="1000" dirty="0"/>
                        <a:t>,</a:t>
                      </a:r>
                      <a:r>
                        <a:rPr lang="ko-KR" altLang="en-US" sz="1000" dirty="0"/>
                        <a:t> 앉아서 보내는 시간 입력</a:t>
                      </a:r>
                      <a:r>
                        <a:rPr lang="en-US" altLang="ko-KR" sz="1000" dirty="0"/>
                        <a:t>,</a:t>
                      </a:r>
                      <a:r>
                        <a:rPr lang="ko-KR" altLang="en-US" sz="1000" dirty="0"/>
                        <a:t> </a:t>
                      </a:r>
                      <a:endParaRPr lang="en-US" altLang="ko-KR" sz="1000" dirty="0"/>
                    </a:p>
                    <a:p>
                      <a:pPr marL="0" marR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ko-KR" altLang="en-US" sz="1000" dirty="0"/>
                        <a:t>유산소 신체 활동 여부 선택</a:t>
                      </a:r>
                      <a:endParaRPr lang="en-US" altLang="ko-KR" sz="1000" dirty="0"/>
                    </a:p>
                    <a:p>
                      <a:pPr marL="0" marR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endParaRPr lang="en-US" altLang="ko-KR" sz="1000" dirty="0"/>
                    </a:p>
                    <a:p>
                      <a:pPr marL="0" marR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en-US" altLang="ko-KR" sz="1000" dirty="0"/>
                        <a:t>4. </a:t>
                      </a:r>
                      <a:r>
                        <a:rPr lang="ko-KR" altLang="en-US" sz="1000" dirty="0"/>
                        <a:t>사용자 정보 입력</a:t>
                      </a:r>
                      <a:r>
                        <a:rPr lang="en-US" altLang="ko-KR" sz="1000" dirty="0"/>
                        <a:t>.</a:t>
                      </a:r>
                    </a:p>
                    <a:p>
                      <a:pPr marL="0" marR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ko-KR" altLang="en-US" sz="1000" dirty="0"/>
                        <a:t>성별 선택</a:t>
                      </a:r>
                      <a:r>
                        <a:rPr lang="en-US" altLang="ko-KR" sz="1000" dirty="0"/>
                        <a:t>,</a:t>
                      </a:r>
                      <a:r>
                        <a:rPr lang="ko-KR" altLang="en-US" sz="1000" dirty="0"/>
                        <a:t> 나이 입력</a:t>
                      </a:r>
                      <a:r>
                        <a:rPr lang="en-US" altLang="ko-KR" sz="1000" dirty="0"/>
                        <a:t>,</a:t>
                      </a:r>
                      <a:r>
                        <a:rPr lang="ko-KR" altLang="en-US" sz="1000" dirty="0"/>
                        <a:t> 최종 학력 선택</a:t>
                      </a:r>
                      <a:r>
                        <a:rPr lang="en-US" altLang="ko-KR" sz="1000" dirty="0"/>
                        <a:t>,</a:t>
                      </a:r>
                      <a:r>
                        <a:rPr lang="ko-KR" altLang="en-US" sz="1000" dirty="0"/>
                        <a:t> 소득 분위 수 선택</a:t>
                      </a:r>
                      <a:endParaRPr lang="en-US" altLang="ko-KR" sz="1000" dirty="0"/>
                    </a:p>
                    <a:p>
                      <a:pPr marL="0" marR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endParaRPr lang="en-US" altLang="ko-KR" sz="1000" dirty="0"/>
                    </a:p>
                    <a:p>
                      <a:pPr marL="0" marR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en-US" altLang="ko-KR" sz="1000" dirty="0"/>
                        <a:t>5. </a:t>
                      </a:r>
                      <a:r>
                        <a:rPr lang="ko-KR" altLang="en-US" sz="1000" dirty="0"/>
                        <a:t>고혈압 유형 선택</a:t>
                      </a:r>
                      <a:r>
                        <a:rPr lang="en-US" altLang="ko-KR" sz="1000" dirty="0"/>
                        <a:t>,</a:t>
                      </a:r>
                    </a:p>
                    <a:p>
                      <a:pPr marL="0" marR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ko-KR" altLang="en-US" sz="1000" dirty="0"/>
                        <a:t> 정상 주의혈압 </a:t>
                      </a:r>
                      <a:r>
                        <a:rPr lang="en-US" altLang="ko-KR" sz="1000" dirty="0"/>
                        <a:t>13 </a:t>
                      </a:r>
                      <a:r>
                        <a:rPr lang="ko-KR" altLang="en-US" sz="1000" dirty="0"/>
                        <a:t>고혈압전단계 </a:t>
                      </a:r>
                      <a:r>
                        <a:rPr lang="en-US" altLang="ko-KR" sz="1000" dirty="0"/>
                        <a:t>27. 28. 29. 30. 31. 32. 33. 34. 35. 36. </a:t>
                      </a:r>
                      <a:r>
                        <a:rPr lang="ko-KR" altLang="en-US" sz="1000" dirty="0"/>
                        <a:t>고혈압 </a:t>
                      </a:r>
                      <a:endParaRPr lang="en-US" altLang="ko-KR" sz="1000" dirty="0"/>
                    </a:p>
                    <a:p>
                      <a:pPr marL="0" marR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endParaRPr lang="en-US" altLang="ko-KR" sz="1000" dirty="0"/>
                    </a:p>
                    <a:p>
                      <a:pPr marL="0" marR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en-US" altLang="ko-KR" sz="1000" dirty="0"/>
                        <a:t>6. </a:t>
                      </a:r>
                      <a:r>
                        <a:rPr lang="ko-KR" altLang="en-US" sz="1000" dirty="0"/>
                        <a:t>예측하기 기능 </a:t>
                      </a:r>
                      <a:endParaRPr lang="en-US" altLang="ko-KR" sz="1000" dirty="0"/>
                    </a:p>
                    <a:p>
                      <a:pPr marL="0" marR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ko-KR" altLang="en-US" sz="1000" dirty="0"/>
                        <a:t>입력 데이터 기반 심근경색 발생 확률 예측 수행한다</a:t>
                      </a:r>
                      <a:r>
                        <a:rPr lang="en-US" altLang="ko-KR" sz="1000" dirty="0"/>
                        <a:t>. </a:t>
                      </a:r>
                    </a:p>
                    <a:p>
                      <a:pPr marL="0" marR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endParaRPr lang="en-US" altLang="ko-KR" sz="1000" dirty="0"/>
                    </a:p>
                    <a:p>
                      <a:pPr marL="0" marR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en-US" altLang="ko-KR" sz="1000" dirty="0"/>
                        <a:t>7. </a:t>
                      </a:r>
                      <a:r>
                        <a:rPr lang="ko-KR" altLang="en-US" sz="1000" dirty="0" err="1"/>
                        <a:t>입력값</a:t>
                      </a:r>
                      <a:r>
                        <a:rPr lang="ko-KR" altLang="en-US" sz="1000" dirty="0"/>
                        <a:t> 검증 </a:t>
                      </a:r>
                      <a:endParaRPr lang="en-US" altLang="ko-KR" sz="1000" dirty="0"/>
                    </a:p>
                    <a:p>
                      <a:pPr marL="0" marR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ko-KR" altLang="en-US" sz="1000" dirty="0"/>
                        <a:t>숫자 입력 항목 유효성 검사 수행한다</a:t>
                      </a:r>
                      <a:r>
                        <a:rPr lang="en-US" altLang="ko-KR" sz="1000" dirty="0"/>
                        <a:t>. </a:t>
                      </a:r>
                    </a:p>
                    <a:p>
                      <a:pPr marL="0" marR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ko-KR" altLang="en-US" sz="1000" dirty="0"/>
                        <a:t>필수 </a:t>
                      </a:r>
                      <a:r>
                        <a:rPr lang="ko-KR" altLang="en-US" sz="1000" dirty="0" err="1"/>
                        <a:t>입력값</a:t>
                      </a:r>
                      <a:r>
                        <a:rPr lang="ko-KR" altLang="en-US" sz="1000" dirty="0"/>
                        <a:t> </a:t>
                      </a:r>
                      <a:r>
                        <a:rPr lang="ko-KR" altLang="en-US" sz="1000" dirty="0" err="1"/>
                        <a:t>미입력</a:t>
                      </a:r>
                      <a:r>
                        <a:rPr lang="ko-KR" altLang="en-US" sz="1000" dirty="0"/>
                        <a:t> 시 예측 제한한다</a:t>
                      </a:r>
                      <a:r>
                        <a:rPr lang="en-US" altLang="ko-KR" sz="1000" dirty="0"/>
                        <a:t>. </a:t>
                      </a:r>
                    </a:p>
                    <a:p>
                      <a:pPr marL="0" marR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endParaRPr lang="en-US" altLang="ko-KR" sz="1000" dirty="0"/>
                    </a:p>
                    <a:p>
                      <a:pPr marL="0" marR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en-US" altLang="ko-KR" sz="1000" dirty="0"/>
                        <a:t>8. </a:t>
                      </a:r>
                      <a:r>
                        <a:rPr lang="ko-KR" altLang="en-US" sz="1000" dirty="0"/>
                        <a:t>분석 결과 저장 </a:t>
                      </a:r>
                      <a:endParaRPr lang="en-US" altLang="ko-KR" sz="1000" dirty="0"/>
                    </a:p>
                    <a:p>
                      <a:pPr marL="0" marR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ko-KR" altLang="en-US" sz="1000" dirty="0"/>
                        <a:t>예측 결과 및 입력 데이터를 </a:t>
                      </a:r>
                      <a:r>
                        <a:rPr lang="en-US" altLang="ko-KR" sz="1000" dirty="0"/>
                        <a:t>DB</a:t>
                      </a:r>
                      <a:r>
                        <a:rPr lang="ko-KR" altLang="en-US" sz="1000" dirty="0"/>
                        <a:t>에 저장한다</a:t>
                      </a:r>
                      <a:r>
                        <a:rPr lang="en-US" altLang="ko-KR" sz="1000" dirty="0"/>
                        <a:t>. </a:t>
                      </a:r>
                    </a:p>
                    <a:p>
                      <a:pPr marL="0" marR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ko-KR" altLang="en-US" sz="1000" dirty="0"/>
                        <a:t>사용자 분석 기록에 자동 등록된다</a:t>
                      </a:r>
                      <a:r>
                        <a:rPr lang="en-US" altLang="ko-KR" sz="1000" dirty="0"/>
                        <a:t>.</a:t>
                      </a:r>
                      <a:endParaRPr lang="ko-KR" altLang="en-US" sz="1000" dirty="0"/>
                    </a:p>
                  </a:txBody>
                  <a:tcPr marL="91450" marR="91450" marT="45750" marB="4575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pic>
        <p:nvPicPr>
          <p:cNvPr id="3" name="그림 2">
            <a:extLst>
              <a:ext uri="{FF2B5EF4-FFF2-40B4-BE49-F238E27FC236}">
                <a16:creationId xmlns:a16="http://schemas.microsoft.com/office/drawing/2014/main" id="{63569621-9F3C-4113-930D-7A5F03ADCD1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3700" y="2070100"/>
            <a:ext cx="6070600" cy="2367348"/>
          </a:xfrm>
          <a:prstGeom prst="rect">
            <a:avLst/>
          </a:prstGeom>
        </p:spPr>
      </p:pic>
      <p:sp>
        <p:nvSpPr>
          <p:cNvPr id="4" name="말풍선: 타원형 3">
            <a:extLst>
              <a:ext uri="{FF2B5EF4-FFF2-40B4-BE49-F238E27FC236}">
                <a16:creationId xmlns:a16="http://schemas.microsoft.com/office/drawing/2014/main" id="{2ABD9E3E-0337-4CFE-AA32-3C62EA400801}"/>
              </a:ext>
            </a:extLst>
          </p:cNvPr>
          <p:cNvSpPr/>
          <p:nvPr/>
        </p:nvSpPr>
        <p:spPr>
          <a:xfrm>
            <a:off x="1384300" y="3886200"/>
            <a:ext cx="1463675" cy="551248"/>
          </a:xfrm>
          <a:prstGeom prst="wedgeEllipseCallout">
            <a:avLst>
              <a:gd name="adj1" fmla="val 75000"/>
              <a:gd name="adj2" fmla="val -41174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>
                <a:solidFill>
                  <a:schemeClr val="tx1"/>
                </a:solidFill>
              </a:rPr>
              <a:t>예측결과 보기</a:t>
            </a:r>
          </a:p>
        </p:txBody>
      </p:sp>
    </p:spTree>
    <p:extLst>
      <p:ext uri="{BB962C8B-B14F-4D97-AF65-F5344CB8AC3E}">
        <p14:creationId xmlns:p14="http://schemas.microsoft.com/office/powerpoint/2010/main" val="393579600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1" name="Google Shape;61;p2"/>
          <p:cNvGraphicFramePr/>
          <p:nvPr>
            <p:extLst>
              <p:ext uri="{D42A27DB-BD31-4B8C-83A1-F6EECF244321}">
                <p14:modId xmlns:p14="http://schemas.microsoft.com/office/powerpoint/2010/main" val="1936846885"/>
              </p:ext>
            </p:extLst>
          </p:nvPr>
        </p:nvGraphicFramePr>
        <p:xfrm>
          <a:off x="488175" y="405276"/>
          <a:ext cx="6059450" cy="9095448"/>
        </p:xfrm>
        <a:graphic>
          <a:graphicData uri="http://schemas.openxmlformats.org/drawingml/2006/table">
            <a:tbl>
              <a:tblPr>
                <a:noFill/>
                <a:tableStyleId>{69A28E38-3AA5-4339-A1BF-AE6ADF5D02B0}</a:tableStyleId>
              </a:tblPr>
              <a:tblGrid>
                <a:gridCol w="965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25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558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080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64782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86786">
                <a:tc gridSpan="5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000"/>
                        <a:buFont typeface="Gulimche"/>
                        <a:buNone/>
                      </a:pPr>
                      <a:r>
                        <a:rPr lang="en-US" sz="2000" b="1" i="0" u="none" dirty="0" err="1">
                          <a:solidFill>
                            <a:srgbClr val="000000"/>
                          </a:solidFill>
                          <a:latin typeface="Gulimche"/>
                          <a:ea typeface="Gulimche"/>
                          <a:cs typeface="Gulimche"/>
                          <a:sym typeface="Gulimche"/>
                        </a:rPr>
                        <a:t>화면정의서</a:t>
                      </a:r>
                      <a:endParaRPr dirty="0"/>
                    </a:p>
                  </a:txBody>
                  <a:tcPr marL="91450" marR="91450" marT="45750" marB="45750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C0C0C0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9062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en-US" sz="1000" b="0" i="0" u="none">
                          <a:solidFill>
                            <a:srgbClr val="000000"/>
                          </a:solidFill>
                          <a:latin typeface="Gulimche"/>
                          <a:ea typeface="Gulimche"/>
                          <a:cs typeface="Gulimche"/>
                          <a:sym typeface="Gulimche"/>
                        </a:rPr>
                        <a:t>업무명</a:t>
                      </a:r>
                      <a:endParaRPr/>
                    </a:p>
                  </a:txBody>
                  <a:tcPr marL="36000" marR="36000" marT="36025" marB="360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0E0E0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ko-KR" altLang="en-US" sz="1000" dirty="0"/>
                        <a:t>커뮤니티</a:t>
                      </a:r>
                      <a:endParaRPr sz="1000" dirty="0"/>
                    </a:p>
                  </a:txBody>
                  <a:tcPr marL="36000" marR="36000" marT="36025" marB="360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en-US" sz="1000" b="0" i="0" u="none" dirty="0" err="1">
                          <a:solidFill>
                            <a:srgbClr val="000000"/>
                          </a:solidFill>
                          <a:latin typeface="Gulimche"/>
                          <a:ea typeface="Gulimche"/>
                          <a:cs typeface="Gulimche"/>
                          <a:sym typeface="Gulimche"/>
                        </a:rPr>
                        <a:t>작성일</a:t>
                      </a:r>
                      <a:endParaRPr sz="1000" dirty="0"/>
                    </a:p>
                  </a:txBody>
                  <a:tcPr marL="36000" marR="36000" marT="36025" marB="360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0E0E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en-US" altLang="ko-KR" sz="1000" dirty="0"/>
                        <a:t>2026.05.22</a:t>
                      </a:r>
                      <a:endParaRPr sz="1000" dirty="0"/>
                    </a:p>
                  </a:txBody>
                  <a:tcPr marL="36000" marR="36000" marT="36025" marB="360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9062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en-US" sz="1000" b="0" i="0" u="none">
                          <a:solidFill>
                            <a:srgbClr val="000000"/>
                          </a:solidFill>
                          <a:latin typeface="Gulimche"/>
                          <a:ea typeface="Gulimche"/>
                          <a:cs typeface="Gulimche"/>
                          <a:sym typeface="Gulimche"/>
                        </a:rPr>
                        <a:t>업무대기능명</a:t>
                      </a:r>
                      <a:endParaRPr/>
                    </a:p>
                  </a:txBody>
                  <a:tcPr marL="36000" marR="36000" marT="36025" marB="360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0E0E0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ko-KR" altLang="en-US" sz="1000" dirty="0"/>
                        <a:t>게시판관리</a:t>
                      </a:r>
                      <a:endParaRPr sz="1000" dirty="0"/>
                    </a:p>
                  </a:txBody>
                  <a:tcPr marL="36000" marR="36000" marT="36025" marB="360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en-US" sz="1000" b="0" i="0" u="none" dirty="0" err="1">
                          <a:solidFill>
                            <a:srgbClr val="000000"/>
                          </a:solidFill>
                          <a:latin typeface="Gulimche"/>
                          <a:ea typeface="Gulimche"/>
                          <a:cs typeface="Gulimche"/>
                          <a:sym typeface="Gulimche"/>
                        </a:rPr>
                        <a:t>작성자</a:t>
                      </a:r>
                      <a:endParaRPr sz="1000" dirty="0"/>
                    </a:p>
                  </a:txBody>
                  <a:tcPr marL="36000" marR="36000" marT="36025" marB="360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0E0E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ko-KR" altLang="en-US" sz="1000" dirty="0"/>
                        <a:t>곽민재</a:t>
                      </a:r>
                      <a:endParaRPr sz="1000" dirty="0"/>
                    </a:p>
                  </a:txBody>
                  <a:tcPr marL="36000" marR="36000" marT="36025" marB="360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9062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en-US" sz="1000" b="0" i="0" u="none">
                          <a:solidFill>
                            <a:srgbClr val="000000"/>
                          </a:solidFill>
                          <a:latin typeface="Gulimche"/>
                          <a:ea typeface="Gulimche"/>
                          <a:cs typeface="Gulimche"/>
                          <a:sym typeface="Gulimche"/>
                        </a:rPr>
                        <a:t>화면명</a:t>
                      </a:r>
                      <a:endParaRPr/>
                    </a:p>
                  </a:txBody>
                  <a:tcPr marL="36000" marR="36000" marT="36025" marB="360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0E0E0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ko-KR" altLang="en-US" sz="1000" dirty="0"/>
                        <a:t>커뮤니티 게시글 목록</a:t>
                      </a:r>
                      <a:endParaRPr sz="1000" dirty="0"/>
                    </a:p>
                  </a:txBody>
                  <a:tcPr marL="36000" marR="36000" marT="36025" marB="360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en-US" sz="1000" b="0" i="0" u="none" dirty="0" err="1">
                          <a:solidFill>
                            <a:srgbClr val="000000"/>
                          </a:solidFill>
                          <a:latin typeface="Gulimche"/>
                          <a:ea typeface="Gulimche"/>
                          <a:cs typeface="Gulimche"/>
                          <a:sym typeface="Gulimche"/>
                        </a:rPr>
                        <a:t>화면ID</a:t>
                      </a:r>
                      <a:endParaRPr sz="1000" dirty="0"/>
                    </a:p>
                  </a:txBody>
                  <a:tcPr marL="36000" marR="36000" marT="36025" marB="360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0E0E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en-US" altLang="ko-KR" sz="1000" dirty="0"/>
                        <a:t>COMMUNITY_LIST_PAGE</a:t>
                      </a:r>
                      <a:endParaRPr sz="1000" dirty="0"/>
                    </a:p>
                  </a:txBody>
                  <a:tcPr marL="36000" marR="36000" marT="36025" marB="360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32139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en-US" sz="1000" b="0" i="0" u="none">
                          <a:solidFill>
                            <a:srgbClr val="000000"/>
                          </a:solidFill>
                          <a:latin typeface="Gulimche"/>
                          <a:ea typeface="Gulimche"/>
                          <a:cs typeface="Gulimche"/>
                          <a:sym typeface="Gulimche"/>
                        </a:rPr>
                        <a:t>화면설명</a:t>
                      </a:r>
                      <a:endParaRPr/>
                    </a:p>
                  </a:txBody>
                  <a:tcPr marL="36000" marR="36000" marT="36025" marB="360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0E0E0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ko-KR" altLang="en-US" sz="1000" dirty="0"/>
                        <a:t>사용자가 게시글을 조회하고 검색 및 정렬할 수 있는 커뮤니티 메인 화면이다</a:t>
                      </a:r>
                      <a:r>
                        <a:rPr lang="en-US" altLang="ko-KR" sz="1000" dirty="0"/>
                        <a:t>.</a:t>
                      </a:r>
                      <a:endParaRPr sz="1000" dirty="0"/>
                    </a:p>
                  </a:txBody>
                  <a:tcPr marL="36000" marR="36000" marT="36025" marB="360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38735">
                <a:tc gridSpan="5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000" dirty="0">
                        <a:solidFill>
                          <a:schemeClr val="dk1"/>
                        </a:solidFill>
                        <a:latin typeface="Gulim"/>
                        <a:ea typeface="Gulim"/>
                        <a:cs typeface="Gulim"/>
                        <a:sym typeface="Gulim"/>
                      </a:endParaRPr>
                    </a:p>
                  </a:txBody>
                  <a:tcPr marL="36000" marR="36000" marT="36025" marB="36025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02595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ko-KR" altLang="en-US" sz="1000" b="0" i="0" u="none" dirty="0">
                          <a:solidFill>
                            <a:srgbClr val="000000"/>
                          </a:solidFill>
                          <a:latin typeface="Gulimche"/>
                          <a:ea typeface="Gulimche"/>
                          <a:cs typeface="Gulimche"/>
                          <a:sym typeface="Gulimche"/>
                        </a:rPr>
                        <a:t>구성요소</a:t>
                      </a:r>
                      <a:endParaRPr lang="ko-KR" altLang="en-US" sz="1000" b="0" i="0" u="none" dirty="0">
                        <a:solidFill>
                          <a:schemeClr val="dk1"/>
                        </a:solidFill>
                        <a:latin typeface="Gulimche"/>
                        <a:ea typeface="Gulimche"/>
                        <a:cs typeface="Gulimche"/>
                        <a:sym typeface="Gulimche"/>
                      </a:endParaRPr>
                    </a:p>
                    <a:p>
                      <a:pPr marL="0" marR="0" lvl="0" indent="0" algn="ctr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ko-KR" altLang="en-US" sz="1000" b="0" i="0" u="none" dirty="0">
                          <a:solidFill>
                            <a:srgbClr val="000000"/>
                          </a:solidFill>
                          <a:latin typeface="Gulimche"/>
                          <a:ea typeface="Gulimche"/>
                          <a:cs typeface="Gulimche"/>
                          <a:sym typeface="Gulimche"/>
                        </a:rPr>
                        <a:t>설명</a:t>
                      </a:r>
                      <a:endParaRPr lang="ko-KR" altLang="en-US" dirty="0"/>
                    </a:p>
                  </a:txBody>
                  <a:tcPr marL="91450" marR="91450" marT="45750" marB="45750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0E0E0"/>
                    </a:solidFill>
                  </a:tcPr>
                </a:tc>
                <a:tc gridSpan="4">
                  <a:txBody>
                    <a:bodyPr/>
                    <a:lstStyle/>
                    <a:p>
                      <a:r>
                        <a:rPr lang="en-US" altLang="ko-KR" sz="800" dirty="0"/>
                        <a:t>1. </a:t>
                      </a:r>
                      <a:r>
                        <a:rPr lang="ko-KR" altLang="en-US" sz="800" dirty="0"/>
                        <a:t>카테고리별 조회</a:t>
                      </a:r>
                      <a:endParaRPr lang="en-US" altLang="ko-KR" sz="800" dirty="0"/>
                    </a:p>
                    <a:p>
                      <a:r>
                        <a:rPr lang="ko-KR" altLang="en-US" sz="800" dirty="0"/>
                        <a:t> </a:t>
                      </a:r>
                      <a:r>
                        <a:rPr lang="en-US" altLang="ko-KR" sz="800" dirty="0"/>
                        <a:t>- </a:t>
                      </a:r>
                      <a:r>
                        <a:rPr lang="ko-KR" altLang="en-US" sz="800" dirty="0"/>
                        <a:t>건강 정보</a:t>
                      </a:r>
                    </a:p>
                    <a:p>
                      <a:r>
                        <a:rPr lang="ko-KR" altLang="en-US" sz="800" dirty="0"/>
                        <a:t> </a:t>
                      </a:r>
                      <a:r>
                        <a:rPr lang="en-US" altLang="ko-KR" sz="800" dirty="0"/>
                        <a:t>- </a:t>
                      </a:r>
                      <a:r>
                        <a:rPr lang="ko-KR" altLang="en-US" sz="800" dirty="0"/>
                        <a:t>식단 이야기</a:t>
                      </a:r>
                    </a:p>
                    <a:p>
                      <a:r>
                        <a:rPr lang="ko-KR" altLang="en-US" sz="800" dirty="0"/>
                        <a:t> </a:t>
                      </a:r>
                      <a:r>
                        <a:rPr lang="en-US" altLang="ko-KR" sz="800" dirty="0"/>
                        <a:t>- </a:t>
                      </a:r>
                      <a:r>
                        <a:rPr lang="ko-KR" altLang="en-US" sz="800" dirty="0"/>
                        <a:t>운동 공유</a:t>
                      </a:r>
                    </a:p>
                    <a:p>
                      <a:r>
                        <a:rPr lang="ko-KR" altLang="en-US" sz="800" dirty="0"/>
                        <a:t> </a:t>
                      </a:r>
                      <a:r>
                        <a:rPr lang="en-US" altLang="ko-KR" sz="800" dirty="0"/>
                        <a:t>- </a:t>
                      </a:r>
                      <a:r>
                        <a:rPr lang="ko-KR" altLang="en-US" sz="800" dirty="0"/>
                        <a:t>자유 게시판</a:t>
                      </a:r>
                      <a:endParaRPr lang="en-US" altLang="ko-KR" sz="800" dirty="0"/>
                    </a:p>
                    <a:p>
                      <a:endParaRPr lang="ko-KR" altLang="en-US" sz="800" dirty="0"/>
                    </a:p>
                    <a:p>
                      <a:r>
                        <a:rPr lang="en-US" altLang="ko-KR" sz="800" dirty="0"/>
                        <a:t>2. </a:t>
                      </a:r>
                      <a:r>
                        <a:rPr lang="ko-KR" altLang="en-US" sz="800" dirty="0"/>
                        <a:t>게시글 검색</a:t>
                      </a:r>
                      <a:endParaRPr lang="en-US" altLang="ko-KR" sz="800" dirty="0"/>
                    </a:p>
                    <a:p>
                      <a:r>
                        <a:rPr lang="ko-KR" altLang="en-US" sz="800" dirty="0"/>
                        <a:t> </a:t>
                      </a:r>
                      <a:r>
                        <a:rPr lang="en-US" altLang="ko-KR" sz="800" dirty="0"/>
                        <a:t>- </a:t>
                      </a:r>
                      <a:r>
                        <a:rPr lang="ko-KR" altLang="en-US" sz="800" dirty="0"/>
                        <a:t>제목 및 작성자 기준 검색 가능하다</a:t>
                      </a:r>
                      <a:r>
                        <a:rPr lang="en-US" altLang="ko-KR" sz="800" dirty="0"/>
                        <a:t>.</a:t>
                      </a:r>
                    </a:p>
                    <a:p>
                      <a:endParaRPr lang="en-US" altLang="ko-KR" sz="800" dirty="0"/>
                    </a:p>
                    <a:p>
                      <a:r>
                        <a:rPr lang="en-US" altLang="ko-KR" sz="800" dirty="0"/>
                        <a:t>3. </a:t>
                      </a:r>
                      <a:r>
                        <a:rPr lang="ko-KR" altLang="en-US" sz="800" dirty="0"/>
                        <a:t>정렬 기능</a:t>
                      </a:r>
                      <a:endParaRPr lang="en-US" altLang="ko-KR" sz="800" dirty="0"/>
                    </a:p>
                    <a:p>
                      <a:r>
                        <a:rPr lang="ko-KR" altLang="en-US" sz="800" dirty="0"/>
                        <a:t> </a:t>
                      </a:r>
                      <a:r>
                        <a:rPr lang="en-US" altLang="ko-KR" sz="800" dirty="0"/>
                        <a:t>- </a:t>
                      </a:r>
                      <a:r>
                        <a:rPr lang="ko-KR" altLang="en-US" sz="800" dirty="0"/>
                        <a:t>최신 순 정렬</a:t>
                      </a:r>
                    </a:p>
                    <a:p>
                      <a:r>
                        <a:rPr lang="ko-KR" altLang="en-US" sz="800" dirty="0"/>
                        <a:t> </a:t>
                      </a:r>
                      <a:r>
                        <a:rPr lang="en-US" altLang="ko-KR" sz="800" dirty="0"/>
                        <a:t>- </a:t>
                      </a:r>
                      <a:r>
                        <a:rPr lang="ko-KR" altLang="en-US" sz="800" dirty="0"/>
                        <a:t>좋아요 순 정렬</a:t>
                      </a:r>
                    </a:p>
                    <a:p>
                      <a:r>
                        <a:rPr lang="ko-KR" altLang="en-US" sz="800" dirty="0"/>
                        <a:t> </a:t>
                      </a:r>
                      <a:r>
                        <a:rPr lang="en-US" altLang="ko-KR" sz="800" dirty="0"/>
                        <a:t>- </a:t>
                      </a:r>
                      <a:r>
                        <a:rPr lang="ko-KR" altLang="en-US" sz="800" dirty="0"/>
                        <a:t>조회수순 정렬</a:t>
                      </a:r>
                      <a:endParaRPr lang="en-US" altLang="ko-KR" sz="800" dirty="0"/>
                    </a:p>
                    <a:p>
                      <a:endParaRPr lang="ko-KR" altLang="en-US" sz="800" dirty="0"/>
                    </a:p>
                    <a:p>
                      <a:r>
                        <a:rPr lang="en-US" altLang="ko-KR" sz="800" dirty="0"/>
                        <a:t>4. </a:t>
                      </a:r>
                      <a:r>
                        <a:rPr lang="ko-KR" altLang="en-US" sz="800" dirty="0"/>
                        <a:t>게시글 상세조회</a:t>
                      </a:r>
                      <a:endParaRPr lang="en-US" altLang="ko-KR" sz="800" dirty="0"/>
                    </a:p>
                    <a:p>
                      <a:r>
                        <a:rPr lang="en-US" altLang="ko-KR" sz="800" dirty="0"/>
                        <a:t>- </a:t>
                      </a:r>
                      <a:r>
                        <a:rPr lang="ko-KR" altLang="en-US" sz="800" dirty="0"/>
                        <a:t>게시글 클릭 시 상세 페이지로 이동한다</a:t>
                      </a:r>
                      <a:r>
                        <a:rPr lang="en-US" altLang="ko-KR" sz="800" dirty="0"/>
                        <a:t>.</a:t>
                      </a:r>
                    </a:p>
                    <a:p>
                      <a:r>
                        <a:rPr lang="ko-KR" altLang="en-US" sz="800" dirty="0"/>
                        <a:t> </a:t>
                      </a:r>
                      <a:r>
                        <a:rPr lang="en-US" altLang="ko-KR" sz="800" dirty="0"/>
                        <a:t>- </a:t>
                      </a:r>
                      <a:r>
                        <a:rPr lang="ko-KR" altLang="en-US" sz="800" dirty="0"/>
                        <a:t>게시글 작성</a:t>
                      </a:r>
                      <a:endParaRPr lang="en-US" altLang="ko-KR" sz="800" dirty="0"/>
                    </a:p>
                    <a:p>
                      <a:r>
                        <a:rPr lang="ko-KR" altLang="en-US" sz="800" dirty="0"/>
                        <a:t> </a:t>
                      </a:r>
                      <a:r>
                        <a:rPr lang="en-US" altLang="ko-KR" sz="800" dirty="0"/>
                        <a:t>- </a:t>
                      </a:r>
                      <a:r>
                        <a:rPr lang="ko-KR" altLang="en-US" sz="800" dirty="0"/>
                        <a:t>로그인 사용자만 작성 가능하다</a:t>
                      </a:r>
                      <a:r>
                        <a:rPr lang="en-US" altLang="ko-KR" sz="800" dirty="0"/>
                        <a:t>.</a:t>
                      </a:r>
                    </a:p>
                    <a:p>
                      <a:r>
                        <a:rPr lang="ko-KR" altLang="en-US" sz="800" dirty="0"/>
                        <a:t> </a:t>
                      </a:r>
                      <a:r>
                        <a:rPr lang="en-US" altLang="ko-KR" sz="800" dirty="0"/>
                        <a:t>- </a:t>
                      </a:r>
                      <a:r>
                        <a:rPr lang="ko-KR" altLang="en-US" sz="800" dirty="0"/>
                        <a:t>글 작성 버튼 클릭 시 게시글 작성 페이지로 이동한다</a:t>
                      </a:r>
                      <a:r>
                        <a:rPr lang="en-US" altLang="ko-KR" sz="800" dirty="0"/>
                        <a:t>.</a:t>
                      </a:r>
                    </a:p>
                    <a:p>
                      <a:endParaRPr lang="en-US" altLang="ko-KR" sz="800" dirty="0"/>
                    </a:p>
                    <a:p>
                      <a:r>
                        <a:rPr lang="en-US" altLang="ko-KR" sz="800" dirty="0"/>
                        <a:t>5. </a:t>
                      </a:r>
                      <a:r>
                        <a:rPr lang="ko-KR" altLang="en-US" sz="800" dirty="0" err="1"/>
                        <a:t>페이징</a:t>
                      </a:r>
                      <a:r>
                        <a:rPr lang="ko-KR" altLang="en-US" sz="800" dirty="0"/>
                        <a:t> 처리</a:t>
                      </a:r>
                      <a:endParaRPr lang="en-US" altLang="ko-KR" sz="800" dirty="0"/>
                    </a:p>
                    <a:p>
                      <a:r>
                        <a:rPr lang="ko-KR" altLang="en-US" sz="800" dirty="0"/>
                        <a:t> </a:t>
                      </a:r>
                      <a:r>
                        <a:rPr lang="en-US" altLang="ko-KR" sz="800" dirty="0"/>
                        <a:t>- </a:t>
                      </a:r>
                      <a:r>
                        <a:rPr lang="ko-KR" altLang="en-US" sz="800" dirty="0"/>
                        <a:t>페이지 번호 클릭 시 게시글 목록 이동 가능하다</a:t>
                      </a:r>
                      <a:r>
                        <a:rPr lang="en-US" altLang="ko-KR" sz="800" dirty="0"/>
                        <a:t>.</a:t>
                      </a:r>
                    </a:p>
                    <a:p>
                      <a:r>
                        <a:rPr lang="ko-KR" altLang="en-US" sz="800" dirty="0"/>
                        <a:t> </a:t>
                      </a:r>
                      <a:r>
                        <a:rPr lang="en-US" altLang="ko-KR" sz="800" dirty="0"/>
                        <a:t>- </a:t>
                      </a:r>
                      <a:r>
                        <a:rPr lang="ko-KR" altLang="en-US" sz="800" dirty="0"/>
                        <a:t>이전</a:t>
                      </a:r>
                      <a:r>
                        <a:rPr lang="en-US" altLang="ko-KR" sz="800" dirty="0"/>
                        <a:t>/</a:t>
                      </a:r>
                      <a:r>
                        <a:rPr lang="ko-KR" altLang="en-US" sz="800" dirty="0"/>
                        <a:t>다음 버튼 지원한다</a:t>
                      </a:r>
                      <a:r>
                        <a:rPr lang="en-US" altLang="ko-KR" sz="800" dirty="0"/>
                        <a:t>.</a:t>
                      </a:r>
                    </a:p>
                    <a:p>
                      <a:endParaRPr lang="en-US" altLang="ko-KR" sz="800" dirty="0"/>
                    </a:p>
                    <a:p>
                      <a:r>
                        <a:rPr lang="en-US" altLang="ko-KR" sz="800" dirty="0"/>
                        <a:t>6. </a:t>
                      </a:r>
                      <a:r>
                        <a:rPr lang="ko-KR" altLang="en-US" sz="800" dirty="0"/>
                        <a:t>게시글 정보 출력</a:t>
                      </a:r>
                      <a:endParaRPr lang="en-US" altLang="ko-KR" sz="800" dirty="0"/>
                    </a:p>
                    <a:p>
                      <a:r>
                        <a:rPr lang="ko-KR" altLang="en-US" sz="800" dirty="0"/>
                        <a:t> </a:t>
                      </a:r>
                      <a:r>
                        <a:rPr lang="en-US" altLang="ko-KR" sz="800" dirty="0"/>
                        <a:t>-  </a:t>
                      </a:r>
                      <a:r>
                        <a:rPr lang="ko-KR" altLang="en-US" sz="800" dirty="0"/>
                        <a:t>제목</a:t>
                      </a:r>
                    </a:p>
                    <a:p>
                      <a:r>
                        <a:rPr lang="en-US" altLang="ko-KR" sz="800" dirty="0"/>
                        <a:t> -  </a:t>
                      </a:r>
                      <a:r>
                        <a:rPr lang="ko-KR" altLang="en-US" sz="800" dirty="0"/>
                        <a:t>작성자</a:t>
                      </a:r>
                    </a:p>
                    <a:p>
                      <a:r>
                        <a:rPr lang="ko-KR" altLang="en-US" sz="800" dirty="0"/>
                        <a:t> </a:t>
                      </a:r>
                      <a:r>
                        <a:rPr lang="en-US" altLang="ko-KR" sz="800" dirty="0"/>
                        <a:t>-  </a:t>
                      </a:r>
                      <a:r>
                        <a:rPr lang="ko-KR" altLang="en-US" sz="800" dirty="0"/>
                        <a:t>작성일</a:t>
                      </a:r>
                    </a:p>
                    <a:p>
                      <a:r>
                        <a:rPr lang="ko-KR" altLang="en-US" sz="800" dirty="0"/>
                        <a:t> </a:t>
                      </a:r>
                      <a:r>
                        <a:rPr lang="en-US" altLang="ko-KR" sz="800" dirty="0"/>
                        <a:t>-  </a:t>
                      </a:r>
                      <a:r>
                        <a:rPr lang="ko-KR" altLang="en-US" sz="800" dirty="0"/>
                        <a:t>조회수</a:t>
                      </a:r>
                    </a:p>
                    <a:p>
                      <a:r>
                        <a:rPr lang="en-US" altLang="ko-KR" sz="800" dirty="0"/>
                        <a:t> -  </a:t>
                      </a:r>
                      <a:r>
                        <a:rPr lang="ko-KR" altLang="en-US" sz="800" dirty="0"/>
                        <a:t>좋아요 수</a:t>
                      </a:r>
                      <a:endParaRPr lang="en-US" altLang="ko-KR" sz="800" dirty="0"/>
                    </a:p>
                    <a:p>
                      <a:endParaRPr lang="ko-KR" altLang="en-US" sz="800" dirty="0"/>
                    </a:p>
                    <a:p>
                      <a:pPr marL="0" marR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en-US" altLang="ko-KR" sz="800" dirty="0">
                          <a:latin typeface="+mj-ea"/>
                          <a:ea typeface="+mj-ea"/>
                        </a:rPr>
                        <a:t>7. </a:t>
                      </a:r>
                      <a:r>
                        <a:rPr lang="ko-KR" altLang="en-US" sz="800" dirty="0">
                          <a:latin typeface="+mj-ea"/>
                          <a:ea typeface="+mj-ea"/>
                        </a:rPr>
                        <a:t>글 작성하기</a:t>
                      </a:r>
                      <a:endParaRPr lang="en-US" altLang="ko-KR" sz="800" dirty="0">
                        <a:latin typeface="+mj-ea"/>
                        <a:ea typeface="+mj-ea"/>
                      </a:endParaRPr>
                    </a:p>
                    <a:p>
                      <a:pPr marL="0" marR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en-US" altLang="ko-KR" sz="800" dirty="0">
                          <a:latin typeface="+mj-ea"/>
                          <a:ea typeface="+mj-ea"/>
                        </a:rPr>
                        <a:t> - </a:t>
                      </a:r>
                      <a:r>
                        <a:rPr lang="ko-KR" altLang="en-US" sz="800" dirty="0">
                          <a:latin typeface="+mj-ea"/>
                          <a:ea typeface="+mj-ea"/>
                        </a:rPr>
                        <a:t>게시글 작성하기 화면으로 이동한다</a:t>
                      </a:r>
                    </a:p>
                  </a:txBody>
                  <a:tcPr marL="91450" marR="91450" marT="45750" marB="4575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pic>
        <p:nvPicPr>
          <p:cNvPr id="5" name="그림 4">
            <a:extLst>
              <a:ext uri="{FF2B5EF4-FFF2-40B4-BE49-F238E27FC236}">
                <a16:creationId xmlns:a16="http://schemas.microsoft.com/office/drawing/2014/main" id="{D9B30C3F-0BB2-45C3-8EF2-84C23CE2F7C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7875" y="1811828"/>
            <a:ext cx="5741950" cy="3397792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sp>
        <p:nvSpPr>
          <p:cNvPr id="6" name="말풍선: 타원형 5">
            <a:extLst>
              <a:ext uri="{FF2B5EF4-FFF2-40B4-BE49-F238E27FC236}">
                <a16:creationId xmlns:a16="http://schemas.microsoft.com/office/drawing/2014/main" id="{488965AB-A330-4404-9D02-8753E3A7CBD9}"/>
              </a:ext>
            </a:extLst>
          </p:cNvPr>
          <p:cNvSpPr/>
          <p:nvPr/>
        </p:nvSpPr>
        <p:spPr>
          <a:xfrm>
            <a:off x="5737613" y="1811828"/>
            <a:ext cx="1793487" cy="518564"/>
          </a:xfrm>
          <a:prstGeom prst="wedgeEllipseCallout">
            <a:avLst>
              <a:gd name="adj1" fmla="val -58098"/>
              <a:gd name="adj2" fmla="val 56788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b="1" dirty="0">
                <a:solidFill>
                  <a:schemeClr val="tx1"/>
                </a:solidFill>
              </a:rPr>
              <a:t>글 작성하기 페이지로 이동</a:t>
            </a:r>
          </a:p>
        </p:txBody>
      </p:sp>
      <p:sp>
        <p:nvSpPr>
          <p:cNvPr id="8" name="말풍선: 타원형 7">
            <a:extLst>
              <a:ext uri="{FF2B5EF4-FFF2-40B4-BE49-F238E27FC236}">
                <a16:creationId xmlns:a16="http://schemas.microsoft.com/office/drawing/2014/main" id="{0B1DFA96-3D11-4CE0-AC95-7E1BCEF7DA40}"/>
              </a:ext>
            </a:extLst>
          </p:cNvPr>
          <p:cNvSpPr/>
          <p:nvPr/>
        </p:nvSpPr>
        <p:spPr>
          <a:xfrm>
            <a:off x="2590800" y="2497628"/>
            <a:ext cx="1866900" cy="518564"/>
          </a:xfrm>
          <a:prstGeom prst="wedgeEllipseCallout">
            <a:avLst>
              <a:gd name="adj1" fmla="val 74746"/>
              <a:gd name="adj2" fmla="val -57505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>
                <a:solidFill>
                  <a:schemeClr val="tx1"/>
                </a:solidFill>
              </a:rPr>
              <a:t>사용자가 원하는 대로 정렬</a:t>
            </a:r>
          </a:p>
        </p:txBody>
      </p:sp>
    </p:spTree>
    <p:extLst>
      <p:ext uri="{BB962C8B-B14F-4D97-AF65-F5344CB8AC3E}">
        <p14:creationId xmlns:p14="http://schemas.microsoft.com/office/powerpoint/2010/main" val="398914796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1" name="Google Shape;61;p2"/>
          <p:cNvGraphicFramePr/>
          <p:nvPr>
            <p:extLst>
              <p:ext uri="{D42A27DB-BD31-4B8C-83A1-F6EECF244321}">
                <p14:modId xmlns:p14="http://schemas.microsoft.com/office/powerpoint/2010/main" val="3471255169"/>
              </p:ext>
            </p:extLst>
          </p:nvPr>
        </p:nvGraphicFramePr>
        <p:xfrm>
          <a:off x="424675" y="405277"/>
          <a:ext cx="6242825" cy="9165503"/>
        </p:xfrm>
        <a:graphic>
          <a:graphicData uri="http://schemas.openxmlformats.org/drawingml/2006/table">
            <a:tbl>
              <a:tblPr>
                <a:noFill/>
                <a:tableStyleId>{69A28E38-3AA5-4339-A1BF-AE6ADF5D02B0}</a:tableStyleId>
              </a:tblPr>
              <a:tblGrid>
                <a:gridCol w="99767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869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33172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4196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682773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12302">
                <a:tc gridSpan="5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000"/>
                        <a:buFont typeface="Gulimche"/>
                        <a:buNone/>
                      </a:pPr>
                      <a:r>
                        <a:rPr lang="en-US" sz="2000" b="1" i="0" u="none">
                          <a:solidFill>
                            <a:srgbClr val="000000"/>
                          </a:solidFill>
                          <a:latin typeface="+mj-ea"/>
                          <a:ea typeface="+mj-ea"/>
                          <a:cs typeface="Gulimche"/>
                          <a:sym typeface="Gulimche"/>
                        </a:rPr>
                        <a:t>화면정의서</a:t>
                      </a:r>
                      <a:endParaRPr>
                        <a:latin typeface="+mj-ea"/>
                        <a:ea typeface="+mj-ea"/>
                      </a:endParaRPr>
                    </a:p>
                  </a:txBody>
                  <a:tcPr marL="91450" marR="91450" marT="45750" marB="45750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C0C0C0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3512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en-US" sz="1000" b="0" i="0" u="none">
                          <a:solidFill>
                            <a:srgbClr val="000000"/>
                          </a:solidFill>
                          <a:latin typeface="+mj-ea"/>
                          <a:ea typeface="+mj-ea"/>
                          <a:cs typeface="Gulimche"/>
                          <a:sym typeface="Gulimche"/>
                        </a:rPr>
                        <a:t>업무명</a:t>
                      </a:r>
                      <a:endParaRPr>
                        <a:latin typeface="+mj-ea"/>
                        <a:ea typeface="+mj-ea"/>
                      </a:endParaRPr>
                    </a:p>
                  </a:txBody>
                  <a:tcPr marL="36000" marR="36000" marT="36025" marB="360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0E0E0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커뮤니티</a:t>
                      </a:r>
                      <a:endParaRPr sz="1000" dirty="0">
                        <a:latin typeface="+mj-ea"/>
                        <a:ea typeface="+mj-ea"/>
                      </a:endParaRPr>
                    </a:p>
                  </a:txBody>
                  <a:tcPr marL="36000" marR="36000" marT="36025" marB="360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en-US" sz="1000" b="0" i="0" u="none" dirty="0" err="1">
                          <a:solidFill>
                            <a:srgbClr val="000000"/>
                          </a:solidFill>
                          <a:latin typeface="+mj-ea"/>
                          <a:ea typeface="+mj-ea"/>
                          <a:cs typeface="Gulimche"/>
                          <a:sym typeface="Gulimche"/>
                        </a:rPr>
                        <a:t>작성일</a:t>
                      </a:r>
                      <a:endParaRPr sz="1000" dirty="0">
                        <a:latin typeface="+mj-ea"/>
                        <a:ea typeface="+mj-ea"/>
                      </a:endParaRPr>
                    </a:p>
                  </a:txBody>
                  <a:tcPr marL="36000" marR="36000" marT="36025" marB="360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0E0E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2026.05.22</a:t>
                      </a:r>
                      <a:endParaRPr sz="1000" dirty="0">
                        <a:latin typeface="+mj-ea"/>
                        <a:ea typeface="+mj-ea"/>
                      </a:endParaRPr>
                    </a:p>
                  </a:txBody>
                  <a:tcPr marL="36000" marR="36000" marT="36025" marB="360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33512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en-US" sz="1000" b="0" i="0" u="none">
                          <a:solidFill>
                            <a:srgbClr val="000000"/>
                          </a:solidFill>
                          <a:latin typeface="+mj-ea"/>
                          <a:ea typeface="+mj-ea"/>
                          <a:cs typeface="Gulimche"/>
                          <a:sym typeface="Gulimche"/>
                        </a:rPr>
                        <a:t>업무대기능명</a:t>
                      </a:r>
                      <a:endParaRPr>
                        <a:latin typeface="+mj-ea"/>
                        <a:ea typeface="+mj-ea"/>
                      </a:endParaRPr>
                    </a:p>
                  </a:txBody>
                  <a:tcPr marL="36000" marR="36000" marT="36025" marB="360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0E0E0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ko-KR" altLang="en-US" sz="1000" dirty="0" err="1">
                          <a:latin typeface="+mj-ea"/>
                          <a:ea typeface="+mj-ea"/>
                        </a:rPr>
                        <a:t>게시글상세관리</a:t>
                      </a:r>
                      <a:endParaRPr sz="1000" dirty="0">
                        <a:latin typeface="+mj-ea"/>
                        <a:ea typeface="+mj-ea"/>
                      </a:endParaRPr>
                    </a:p>
                  </a:txBody>
                  <a:tcPr marL="36000" marR="36000" marT="36025" marB="360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en-US" sz="1000" b="0" i="0" u="none" dirty="0" err="1">
                          <a:solidFill>
                            <a:srgbClr val="000000"/>
                          </a:solidFill>
                          <a:latin typeface="+mj-ea"/>
                          <a:ea typeface="+mj-ea"/>
                          <a:cs typeface="Gulimche"/>
                          <a:sym typeface="Gulimche"/>
                        </a:rPr>
                        <a:t>작성자</a:t>
                      </a:r>
                      <a:endParaRPr sz="1000" dirty="0">
                        <a:latin typeface="+mj-ea"/>
                        <a:ea typeface="+mj-ea"/>
                      </a:endParaRPr>
                    </a:p>
                  </a:txBody>
                  <a:tcPr marL="36000" marR="36000" marT="36025" marB="360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0E0E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곽민재</a:t>
                      </a:r>
                      <a:endParaRPr sz="1000" dirty="0">
                        <a:latin typeface="+mj-ea"/>
                        <a:ea typeface="+mj-ea"/>
                      </a:endParaRPr>
                    </a:p>
                  </a:txBody>
                  <a:tcPr marL="36000" marR="36000" marT="36025" marB="360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3512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en-US" sz="1000" b="0" i="0" u="none">
                          <a:solidFill>
                            <a:srgbClr val="000000"/>
                          </a:solidFill>
                          <a:latin typeface="+mj-ea"/>
                          <a:ea typeface="+mj-ea"/>
                          <a:cs typeface="Gulimche"/>
                          <a:sym typeface="Gulimche"/>
                        </a:rPr>
                        <a:t>화면명</a:t>
                      </a:r>
                      <a:endParaRPr>
                        <a:latin typeface="+mj-ea"/>
                        <a:ea typeface="+mj-ea"/>
                      </a:endParaRPr>
                    </a:p>
                  </a:txBody>
                  <a:tcPr marL="36000" marR="36000" marT="36025" marB="360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0E0E0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커뮤니티 게시글 목록</a:t>
                      </a:r>
                      <a:endParaRPr sz="1000" dirty="0">
                        <a:latin typeface="+mj-ea"/>
                        <a:ea typeface="+mj-ea"/>
                      </a:endParaRPr>
                    </a:p>
                  </a:txBody>
                  <a:tcPr marL="36000" marR="36000" marT="36025" marB="360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en-US" sz="1000" b="0" i="0" u="none" dirty="0" err="1">
                          <a:solidFill>
                            <a:srgbClr val="000000"/>
                          </a:solidFill>
                          <a:latin typeface="+mj-ea"/>
                          <a:ea typeface="+mj-ea"/>
                          <a:cs typeface="Gulimche"/>
                          <a:sym typeface="Gulimche"/>
                        </a:rPr>
                        <a:t>화면ID</a:t>
                      </a:r>
                      <a:endParaRPr sz="1000" dirty="0">
                        <a:latin typeface="+mj-ea"/>
                        <a:ea typeface="+mj-ea"/>
                      </a:endParaRPr>
                    </a:p>
                  </a:txBody>
                  <a:tcPr marL="36000" marR="36000" marT="36025" marB="360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0E0E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COMMUNITY_VIEW_PAGE</a:t>
                      </a:r>
                      <a:endParaRPr sz="1000" dirty="0">
                        <a:latin typeface="+mj-ea"/>
                        <a:ea typeface="+mj-ea"/>
                      </a:endParaRPr>
                    </a:p>
                  </a:txBody>
                  <a:tcPr marL="36000" marR="36000" marT="36025" marB="360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37716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en-US" sz="1000" b="0" i="0" u="none">
                          <a:solidFill>
                            <a:srgbClr val="000000"/>
                          </a:solidFill>
                          <a:latin typeface="+mj-ea"/>
                          <a:ea typeface="+mj-ea"/>
                          <a:cs typeface="Gulimche"/>
                          <a:sym typeface="Gulimche"/>
                        </a:rPr>
                        <a:t>화면설명</a:t>
                      </a:r>
                      <a:endParaRPr>
                        <a:latin typeface="+mj-ea"/>
                        <a:ea typeface="+mj-ea"/>
                      </a:endParaRPr>
                    </a:p>
                  </a:txBody>
                  <a:tcPr marL="36000" marR="36000" marT="36025" marB="360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0E0E0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사용자가 커뮤니티 게시글의 상세 내용을 조회하고 </a:t>
                      </a:r>
                      <a:endParaRPr lang="en-US" altLang="ko-KR" sz="1000" dirty="0">
                        <a:latin typeface="+mj-ea"/>
                        <a:ea typeface="+mj-ea"/>
                      </a:endParaRPr>
                    </a:p>
                    <a:p>
                      <a:pPr marL="0" marR="0" lvl="0" indent="0" algn="ctr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댓글 및 좋아요 기능을 사용할 수 있는 화면이다</a:t>
                      </a:r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.</a:t>
                      </a:r>
                      <a:endParaRPr sz="1000" dirty="0">
                        <a:latin typeface="+mj-ea"/>
                        <a:ea typeface="+mj-ea"/>
                      </a:endParaRPr>
                    </a:p>
                  </a:txBody>
                  <a:tcPr marL="36000" marR="36000" marT="36025" marB="360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768569">
                <a:tc gridSpan="5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000" dirty="0">
                        <a:solidFill>
                          <a:schemeClr val="dk1"/>
                        </a:solidFill>
                        <a:latin typeface="+mj-ea"/>
                        <a:ea typeface="+mj-ea"/>
                        <a:cs typeface="Gulim"/>
                        <a:sym typeface="Gulim"/>
                      </a:endParaRPr>
                    </a:p>
                  </a:txBody>
                  <a:tcPr marL="36000" marR="36000" marT="36025" marB="36025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748593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ko-KR" altLang="en-US" sz="1000" b="0" i="0" u="none" dirty="0">
                          <a:solidFill>
                            <a:srgbClr val="000000"/>
                          </a:solidFill>
                          <a:latin typeface="+mj-ea"/>
                          <a:ea typeface="+mj-ea"/>
                          <a:cs typeface="Gulimche"/>
                          <a:sym typeface="Gulimche"/>
                        </a:rPr>
                        <a:t>구성요소</a:t>
                      </a:r>
                      <a:endParaRPr lang="ko-KR" altLang="en-US" sz="1000" b="0" i="0" u="none" dirty="0">
                        <a:solidFill>
                          <a:schemeClr val="dk1"/>
                        </a:solidFill>
                        <a:latin typeface="+mj-ea"/>
                        <a:ea typeface="+mj-ea"/>
                        <a:cs typeface="Gulimche"/>
                        <a:sym typeface="Gulimche"/>
                      </a:endParaRPr>
                    </a:p>
                    <a:p>
                      <a:pPr marL="0" marR="0" lvl="0" indent="0" algn="ctr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ko-KR" altLang="en-US" sz="1000" b="0" i="0" u="none" dirty="0">
                          <a:solidFill>
                            <a:srgbClr val="000000"/>
                          </a:solidFill>
                          <a:latin typeface="+mj-ea"/>
                          <a:ea typeface="+mj-ea"/>
                          <a:cs typeface="Gulimche"/>
                          <a:sym typeface="Gulimche"/>
                        </a:rPr>
                        <a:t>설명</a:t>
                      </a:r>
                      <a:endParaRPr lang="ko-KR" altLang="en-US" dirty="0">
                        <a:latin typeface="+mj-ea"/>
                        <a:ea typeface="+mj-ea"/>
                      </a:endParaRPr>
                    </a:p>
                  </a:txBody>
                  <a:tcPr marL="91450" marR="91450" marT="45750" marB="45750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0E0E0"/>
                    </a:solidFill>
                  </a:tcPr>
                </a:tc>
                <a:tc gridSpan="4">
                  <a:txBody>
                    <a:bodyPr/>
                    <a:lstStyle/>
                    <a:p>
                      <a:r>
                        <a:rPr lang="en-US" altLang="ko-KR" sz="800" dirty="0">
                          <a:latin typeface="+mj-ea"/>
                          <a:ea typeface="+mj-ea"/>
                        </a:rPr>
                        <a:t>1. </a:t>
                      </a:r>
                      <a:r>
                        <a:rPr lang="ko-KR" altLang="en-US" sz="800" dirty="0">
                          <a:latin typeface="+mj-ea"/>
                          <a:ea typeface="+mj-ea"/>
                        </a:rPr>
                        <a:t>게시글 상세조회</a:t>
                      </a:r>
                    </a:p>
                    <a:p>
                      <a:pPr lvl="1"/>
                      <a:r>
                        <a:rPr lang="ko-KR" altLang="en-US" sz="800" dirty="0">
                          <a:latin typeface="+mj-ea"/>
                          <a:ea typeface="+mj-ea"/>
                        </a:rPr>
                        <a:t> </a:t>
                      </a:r>
                      <a:r>
                        <a:rPr lang="en-US" altLang="ko-KR" sz="800" dirty="0">
                          <a:latin typeface="+mj-ea"/>
                          <a:ea typeface="+mj-ea"/>
                        </a:rPr>
                        <a:t>- </a:t>
                      </a:r>
                      <a:r>
                        <a:rPr lang="ko-KR" altLang="en-US" sz="800" dirty="0">
                          <a:latin typeface="+mj-ea"/>
                          <a:ea typeface="+mj-ea"/>
                        </a:rPr>
                        <a:t>게시글 제목 조회</a:t>
                      </a:r>
                    </a:p>
                    <a:p>
                      <a:pPr lvl="1"/>
                      <a:r>
                        <a:rPr lang="ko-KR" altLang="en-US" sz="800" dirty="0">
                          <a:latin typeface="+mj-ea"/>
                          <a:ea typeface="+mj-ea"/>
                        </a:rPr>
                        <a:t> </a:t>
                      </a:r>
                      <a:r>
                        <a:rPr lang="en-US" altLang="ko-KR" sz="800" dirty="0">
                          <a:latin typeface="+mj-ea"/>
                          <a:ea typeface="+mj-ea"/>
                        </a:rPr>
                        <a:t>- </a:t>
                      </a:r>
                      <a:r>
                        <a:rPr lang="ko-KR" altLang="en-US" sz="800" dirty="0">
                          <a:latin typeface="+mj-ea"/>
                          <a:ea typeface="+mj-ea"/>
                        </a:rPr>
                        <a:t>게시글 내용 조회</a:t>
                      </a:r>
                    </a:p>
                    <a:p>
                      <a:pPr lvl="1"/>
                      <a:r>
                        <a:rPr lang="ko-KR" altLang="en-US" sz="800" dirty="0">
                          <a:latin typeface="+mj-ea"/>
                          <a:ea typeface="+mj-ea"/>
                        </a:rPr>
                        <a:t> </a:t>
                      </a:r>
                      <a:r>
                        <a:rPr lang="en-US" altLang="ko-KR" sz="800" dirty="0">
                          <a:latin typeface="+mj-ea"/>
                          <a:ea typeface="+mj-ea"/>
                        </a:rPr>
                        <a:t>- </a:t>
                      </a:r>
                      <a:r>
                        <a:rPr lang="ko-KR" altLang="en-US" sz="800" dirty="0">
                          <a:latin typeface="+mj-ea"/>
                          <a:ea typeface="+mj-ea"/>
                        </a:rPr>
                        <a:t>작성자 조회</a:t>
                      </a:r>
                    </a:p>
                    <a:p>
                      <a:pPr lvl="1"/>
                      <a:r>
                        <a:rPr lang="ko-KR" altLang="en-US" sz="800" dirty="0">
                          <a:latin typeface="+mj-ea"/>
                          <a:ea typeface="+mj-ea"/>
                        </a:rPr>
                        <a:t> </a:t>
                      </a:r>
                      <a:r>
                        <a:rPr lang="en-US" altLang="ko-KR" sz="800" dirty="0">
                          <a:latin typeface="+mj-ea"/>
                          <a:ea typeface="+mj-ea"/>
                        </a:rPr>
                        <a:t>- </a:t>
                      </a:r>
                      <a:r>
                        <a:rPr lang="ko-KR" altLang="en-US" sz="800" dirty="0">
                          <a:latin typeface="+mj-ea"/>
                          <a:ea typeface="+mj-ea"/>
                        </a:rPr>
                        <a:t>작성일 조회</a:t>
                      </a:r>
                    </a:p>
                    <a:p>
                      <a:pPr lvl="1"/>
                      <a:r>
                        <a:rPr lang="ko-KR" altLang="en-US" sz="800" dirty="0">
                          <a:latin typeface="+mj-ea"/>
                          <a:ea typeface="+mj-ea"/>
                        </a:rPr>
                        <a:t> </a:t>
                      </a:r>
                      <a:r>
                        <a:rPr lang="en-US" altLang="ko-KR" sz="800" dirty="0">
                          <a:latin typeface="+mj-ea"/>
                          <a:ea typeface="+mj-ea"/>
                        </a:rPr>
                        <a:t>- </a:t>
                      </a:r>
                      <a:r>
                        <a:rPr lang="ko-KR" altLang="en-US" sz="800" dirty="0">
                          <a:latin typeface="+mj-ea"/>
                          <a:ea typeface="+mj-ea"/>
                        </a:rPr>
                        <a:t>조회수 조회</a:t>
                      </a:r>
                    </a:p>
                    <a:p>
                      <a:pPr lvl="1"/>
                      <a:r>
                        <a:rPr lang="ko-KR" altLang="en-US" sz="800" dirty="0">
                          <a:latin typeface="+mj-ea"/>
                          <a:ea typeface="+mj-ea"/>
                        </a:rPr>
                        <a:t> </a:t>
                      </a:r>
                      <a:r>
                        <a:rPr lang="en-US" altLang="ko-KR" sz="800" dirty="0">
                          <a:latin typeface="+mj-ea"/>
                          <a:ea typeface="+mj-ea"/>
                        </a:rPr>
                        <a:t>- </a:t>
                      </a:r>
                      <a:r>
                        <a:rPr lang="ko-KR" altLang="en-US" sz="800" dirty="0">
                          <a:latin typeface="+mj-ea"/>
                          <a:ea typeface="+mj-ea"/>
                        </a:rPr>
                        <a:t>카테고리 조회</a:t>
                      </a:r>
                      <a:endParaRPr lang="en-US" altLang="ko-KR" sz="800" dirty="0">
                        <a:latin typeface="+mj-ea"/>
                        <a:ea typeface="+mj-ea"/>
                      </a:endParaRPr>
                    </a:p>
                    <a:p>
                      <a:pPr lvl="1"/>
                      <a:endParaRPr lang="ko-KR" altLang="en-US" sz="800" dirty="0">
                        <a:latin typeface="+mj-ea"/>
                        <a:ea typeface="+mj-ea"/>
                      </a:endParaRPr>
                    </a:p>
                    <a:p>
                      <a:r>
                        <a:rPr lang="en-US" altLang="ko-KR" sz="800" dirty="0">
                          <a:latin typeface="+mj-ea"/>
                          <a:ea typeface="+mj-ea"/>
                        </a:rPr>
                        <a:t>2. </a:t>
                      </a:r>
                      <a:r>
                        <a:rPr lang="ko-KR" altLang="en-US" sz="800" dirty="0">
                          <a:latin typeface="+mj-ea"/>
                          <a:ea typeface="+mj-ea"/>
                        </a:rPr>
                        <a:t>좋아요 기능</a:t>
                      </a:r>
                    </a:p>
                    <a:p>
                      <a:pPr lvl="1"/>
                      <a:r>
                        <a:rPr lang="ko-KR" altLang="en-US" sz="800" dirty="0">
                          <a:latin typeface="+mj-ea"/>
                          <a:ea typeface="+mj-ea"/>
                        </a:rPr>
                        <a:t> </a:t>
                      </a:r>
                      <a:r>
                        <a:rPr lang="en-US" altLang="ko-KR" sz="800" dirty="0">
                          <a:latin typeface="+mj-ea"/>
                          <a:ea typeface="+mj-ea"/>
                        </a:rPr>
                        <a:t>- </a:t>
                      </a:r>
                      <a:r>
                        <a:rPr lang="ko-KR" altLang="en-US" sz="800" dirty="0">
                          <a:latin typeface="+mj-ea"/>
                          <a:ea typeface="+mj-ea"/>
                        </a:rPr>
                        <a:t>좋아요 버튼 클릭 시 좋아요 증가한다</a:t>
                      </a:r>
                      <a:r>
                        <a:rPr lang="en-US" altLang="ko-KR" sz="800" dirty="0">
                          <a:latin typeface="+mj-ea"/>
                          <a:ea typeface="+mj-ea"/>
                        </a:rPr>
                        <a:t>.</a:t>
                      </a:r>
                    </a:p>
                    <a:p>
                      <a:pPr lvl="1"/>
                      <a:r>
                        <a:rPr lang="ko-KR" altLang="en-US" sz="800" dirty="0">
                          <a:latin typeface="+mj-ea"/>
                          <a:ea typeface="+mj-ea"/>
                        </a:rPr>
                        <a:t> </a:t>
                      </a:r>
                      <a:r>
                        <a:rPr lang="en-US" altLang="ko-KR" sz="800" dirty="0">
                          <a:latin typeface="+mj-ea"/>
                          <a:ea typeface="+mj-ea"/>
                        </a:rPr>
                        <a:t>- </a:t>
                      </a:r>
                      <a:r>
                        <a:rPr lang="ko-KR" altLang="en-US" sz="800" dirty="0">
                          <a:latin typeface="+mj-ea"/>
                          <a:ea typeface="+mj-ea"/>
                        </a:rPr>
                        <a:t>이미 </a:t>
                      </a:r>
                      <a:r>
                        <a:rPr lang="ko-KR" altLang="en-US" sz="800" dirty="0" err="1">
                          <a:latin typeface="+mj-ea"/>
                          <a:ea typeface="+mj-ea"/>
                        </a:rPr>
                        <a:t>좋아요를</a:t>
                      </a:r>
                      <a:r>
                        <a:rPr lang="ko-KR" altLang="en-US" sz="800" dirty="0">
                          <a:latin typeface="+mj-ea"/>
                          <a:ea typeface="+mj-ea"/>
                        </a:rPr>
                        <a:t> 누른 경우 취소 가능하다</a:t>
                      </a:r>
                      <a:r>
                        <a:rPr lang="en-US" altLang="ko-KR" sz="800" dirty="0">
                          <a:latin typeface="+mj-ea"/>
                          <a:ea typeface="+mj-ea"/>
                        </a:rPr>
                        <a:t>.</a:t>
                      </a:r>
                    </a:p>
                    <a:p>
                      <a:pPr lvl="1"/>
                      <a:endParaRPr lang="en-US" altLang="ko-KR" sz="800" dirty="0">
                        <a:latin typeface="+mj-ea"/>
                        <a:ea typeface="+mj-ea"/>
                      </a:endParaRPr>
                    </a:p>
                    <a:p>
                      <a:r>
                        <a:rPr lang="en-US" altLang="ko-KR" sz="800" dirty="0">
                          <a:latin typeface="+mj-ea"/>
                          <a:ea typeface="+mj-ea"/>
                        </a:rPr>
                        <a:t>3. </a:t>
                      </a:r>
                      <a:r>
                        <a:rPr lang="ko-KR" altLang="en-US" sz="800" dirty="0">
                          <a:latin typeface="+mj-ea"/>
                          <a:ea typeface="+mj-ea"/>
                        </a:rPr>
                        <a:t>게시글 수정 기능</a:t>
                      </a:r>
                    </a:p>
                    <a:p>
                      <a:pPr lvl="1"/>
                      <a:r>
                        <a:rPr lang="ko-KR" altLang="en-US" sz="800" dirty="0">
                          <a:latin typeface="+mj-ea"/>
                          <a:ea typeface="+mj-ea"/>
                        </a:rPr>
                        <a:t> </a:t>
                      </a:r>
                      <a:r>
                        <a:rPr lang="en-US" altLang="ko-KR" sz="800" dirty="0">
                          <a:latin typeface="+mj-ea"/>
                          <a:ea typeface="+mj-ea"/>
                        </a:rPr>
                        <a:t>- </a:t>
                      </a:r>
                      <a:r>
                        <a:rPr lang="ko-KR" altLang="en-US" sz="800" dirty="0">
                          <a:latin typeface="+mj-ea"/>
                          <a:ea typeface="+mj-ea"/>
                        </a:rPr>
                        <a:t>작성자 본인만 수정 가능하다</a:t>
                      </a:r>
                      <a:r>
                        <a:rPr lang="en-US" altLang="ko-KR" sz="800" dirty="0">
                          <a:latin typeface="+mj-ea"/>
                          <a:ea typeface="+mj-ea"/>
                        </a:rPr>
                        <a:t>.</a:t>
                      </a:r>
                    </a:p>
                    <a:p>
                      <a:pPr lvl="1"/>
                      <a:r>
                        <a:rPr lang="ko-KR" altLang="en-US" sz="800" dirty="0">
                          <a:latin typeface="+mj-ea"/>
                          <a:ea typeface="+mj-ea"/>
                        </a:rPr>
                        <a:t> </a:t>
                      </a:r>
                      <a:r>
                        <a:rPr lang="en-US" altLang="ko-KR" sz="800" dirty="0">
                          <a:latin typeface="+mj-ea"/>
                          <a:ea typeface="+mj-ea"/>
                        </a:rPr>
                        <a:t>- </a:t>
                      </a:r>
                      <a:r>
                        <a:rPr lang="ko-KR" altLang="en-US" sz="800" dirty="0">
                          <a:latin typeface="+mj-ea"/>
                          <a:ea typeface="+mj-ea"/>
                        </a:rPr>
                        <a:t>수정 버튼 클릭 시 게시글 수정 화면 이동한다</a:t>
                      </a:r>
                      <a:r>
                        <a:rPr lang="en-US" altLang="ko-KR" sz="800" dirty="0">
                          <a:latin typeface="+mj-ea"/>
                          <a:ea typeface="+mj-ea"/>
                        </a:rPr>
                        <a:t>.</a:t>
                      </a:r>
                    </a:p>
                    <a:p>
                      <a:pPr lvl="1"/>
                      <a:endParaRPr lang="en-US" altLang="ko-KR" sz="800" dirty="0">
                        <a:latin typeface="+mj-ea"/>
                        <a:ea typeface="+mj-ea"/>
                      </a:endParaRPr>
                    </a:p>
                    <a:p>
                      <a:r>
                        <a:rPr lang="en-US" altLang="ko-KR" sz="800" dirty="0">
                          <a:latin typeface="+mj-ea"/>
                          <a:ea typeface="+mj-ea"/>
                        </a:rPr>
                        <a:t>4. </a:t>
                      </a:r>
                      <a:r>
                        <a:rPr lang="ko-KR" altLang="en-US" sz="800" dirty="0">
                          <a:latin typeface="+mj-ea"/>
                          <a:ea typeface="+mj-ea"/>
                        </a:rPr>
                        <a:t>게시글 삭제 기능</a:t>
                      </a:r>
                    </a:p>
                    <a:p>
                      <a:pPr lvl="1"/>
                      <a:r>
                        <a:rPr lang="ko-KR" altLang="en-US" sz="800" dirty="0">
                          <a:latin typeface="+mj-ea"/>
                          <a:ea typeface="+mj-ea"/>
                        </a:rPr>
                        <a:t> </a:t>
                      </a:r>
                      <a:r>
                        <a:rPr lang="en-US" altLang="ko-KR" sz="800" dirty="0">
                          <a:latin typeface="+mj-ea"/>
                          <a:ea typeface="+mj-ea"/>
                        </a:rPr>
                        <a:t>- </a:t>
                      </a:r>
                      <a:r>
                        <a:rPr lang="ko-KR" altLang="en-US" sz="800" dirty="0">
                          <a:latin typeface="+mj-ea"/>
                          <a:ea typeface="+mj-ea"/>
                        </a:rPr>
                        <a:t>작성자 본인만 삭제 가능하다</a:t>
                      </a:r>
                      <a:r>
                        <a:rPr lang="en-US" altLang="ko-KR" sz="800" dirty="0">
                          <a:latin typeface="+mj-ea"/>
                          <a:ea typeface="+mj-ea"/>
                        </a:rPr>
                        <a:t>.</a:t>
                      </a:r>
                    </a:p>
                    <a:p>
                      <a:pPr lvl="1"/>
                      <a:r>
                        <a:rPr lang="ko-KR" altLang="en-US" sz="800" dirty="0">
                          <a:latin typeface="+mj-ea"/>
                          <a:ea typeface="+mj-ea"/>
                        </a:rPr>
                        <a:t> </a:t>
                      </a:r>
                      <a:r>
                        <a:rPr lang="en-US" altLang="ko-KR" sz="800" dirty="0">
                          <a:latin typeface="+mj-ea"/>
                          <a:ea typeface="+mj-ea"/>
                        </a:rPr>
                        <a:t>- </a:t>
                      </a:r>
                      <a:r>
                        <a:rPr lang="ko-KR" altLang="en-US" sz="800" dirty="0">
                          <a:latin typeface="+mj-ea"/>
                          <a:ea typeface="+mj-ea"/>
                        </a:rPr>
                        <a:t>삭제 후 게시글 목록 화면으로 이동한다</a:t>
                      </a:r>
                      <a:r>
                        <a:rPr lang="en-US" altLang="ko-KR" sz="800" dirty="0">
                          <a:latin typeface="+mj-ea"/>
                          <a:ea typeface="+mj-ea"/>
                        </a:rPr>
                        <a:t>.</a:t>
                      </a:r>
                    </a:p>
                    <a:p>
                      <a:pPr lvl="1"/>
                      <a:endParaRPr lang="en-US" altLang="ko-KR" sz="800" dirty="0">
                        <a:latin typeface="+mj-ea"/>
                        <a:ea typeface="+mj-ea"/>
                      </a:endParaRPr>
                    </a:p>
                    <a:p>
                      <a:r>
                        <a:rPr lang="en-US" altLang="ko-KR" sz="800" dirty="0">
                          <a:latin typeface="+mj-ea"/>
                          <a:ea typeface="+mj-ea"/>
                        </a:rPr>
                        <a:t>5. </a:t>
                      </a:r>
                      <a:r>
                        <a:rPr lang="ko-KR" altLang="en-US" sz="800" dirty="0">
                          <a:latin typeface="+mj-ea"/>
                          <a:ea typeface="+mj-ea"/>
                        </a:rPr>
                        <a:t>댓글 등록 기능</a:t>
                      </a:r>
                    </a:p>
                    <a:p>
                      <a:pPr lvl="1"/>
                      <a:r>
                        <a:rPr lang="ko-KR" altLang="en-US" sz="800" dirty="0">
                          <a:latin typeface="+mj-ea"/>
                          <a:ea typeface="+mj-ea"/>
                        </a:rPr>
                        <a:t> </a:t>
                      </a:r>
                      <a:r>
                        <a:rPr lang="en-US" altLang="ko-KR" sz="800" dirty="0">
                          <a:latin typeface="+mj-ea"/>
                          <a:ea typeface="+mj-ea"/>
                        </a:rPr>
                        <a:t>- </a:t>
                      </a:r>
                      <a:r>
                        <a:rPr lang="ko-KR" altLang="en-US" sz="800" dirty="0">
                          <a:latin typeface="+mj-ea"/>
                          <a:ea typeface="+mj-ea"/>
                        </a:rPr>
                        <a:t>댓글 입력 후 등록 가능하다</a:t>
                      </a:r>
                      <a:r>
                        <a:rPr lang="en-US" altLang="ko-KR" sz="800" dirty="0">
                          <a:latin typeface="+mj-ea"/>
                          <a:ea typeface="+mj-ea"/>
                        </a:rPr>
                        <a:t>.</a:t>
                      </a:r>
                    </a:p>
                    <a:p>
                      <a:pPr lvl="1"/>
                      <a:r>
                        <a:rPr lang="ko-KR" altLang="en-US" sz="800" dirty="0">
                          <a:latin typeface="+mj-ea"/>
                          <a:ea typeface="+mj-ea"/>
                        </a:rPr>
                        <a:t> </a:t>
                      </a:r>
                      <a:r>
                        <a:rPr lang="en-US" altLang="ko-KR" sz="800" dirty="0">
                          <a:latin typeface="+mj-ea"/>
                          <a:ea typeface="+mj-ea"/>
                        </a:rPr>
                        <a:t>- </a:t>
                      </a:r>
                      <a:r>
                        <a:rPr lang="ko-KR" altLang="en-US" sz="800" dirty="0">
                          <a:latin typeface="+mj-ea"/>
                          <a:ea typeface="+mj-ea"/>
                        </a:rPr>
                        <a:t>로그인 사용자만 댓글 작성 가능하다</a:t>
                      </a:r>
                      <a:r>
                        <a:rPr lang="en-US" altLang="ko-KR" sz="800" dirty="0">
                          <a:latin typeface="+mj-ea"/>
                          <a:ea typeface="+mj-ea"/>
                        </a:rPr>
                        <a:t>.</a:t>
                      </a:r>
                    </a:p>
                    <a:p>
                      <a:pPr lvl="1"/>
                      <a:endParaRPr lang="en-US" altLang="ko-KR" sz="800" dirty="0">
                        <a:latin typeface="+mj-ea"/>
                        <a:ea typeface="+mj-ea"/>
                      </a:endParaRPr>
                    </a:p>
                    <a:p>
                      <a:r>
                        <a:rPr lang="en-US" altLang="ko-KR" sz="800" dirty="0">
                          <a:latin typeface="+mj-ea"/>
                          <a:ea typeface="+mj-ea"/>
                        </a:rPr>
                        <a:t>6. </a:t>
                      </a:r>
                      <a:r>
                        <a:rPr lang="ko-KR" altLang="en-US" sz="800" dirty="0">
                          <a:latin typeface="+mj-ea"/>
                          <a:ea typeface="+mj-ea"/>
                        </a:rPr>
                        <a:t>댓글 목록 조회</a:t>
                      </a:r>
                    </a:p>
                    <a:p>
                      <a:pPr lvl="1"/>
                      <a:r>
                        <a:rPr lang="ko-KR" altLang="en-US" sz="800" dirty="0">
                          <a:latin typeface="+mj-ea"/>
                          <a:ea typeface="+mj-ea"/>
                        </a:rPr>
                        <a:t> </a:t>
                      </a:r>
                      <a:r>
                        <a:rPr lang="en-US" altLang="ko-KR" sz="800" dirty="0">
                          <a:latin typeface="+mj-ea"/>
                          <a:ea typeface="+mj-ea"/>
                        </a:rPr>
                        <a:t>- </a:t>
                      </a:r>
                      <a:r>
                        <a:rPr lang="ko-KR" altLang="en-US" sz="800" dirty="0">
                          <a:latin typeface="+mj-ea"/>
                          <a:ea typeface="+mj-ea"/>
                        </a:rPr>
                        <a:t>게시글 댓글 목록 출력한다</a:t>
                      </a:r>
                      <a:r>
                        <a:rPr lang="en-US" altLang="ko-KR" sz="800" dirty="0">
                          <a:latin typeface="+mj-ea"/>
                          <a:ea typeface="+mj-ea"/>
                        </a:rPr>
                        <a:t>.</a:t>
                      </a:r>
                    </a:p>
                    <a:p>
                      <a:pPr lvl="1"/>
                      <a:r>
                        <a:rPr lang="ko-KR" altLang="en-US" sz="800" dirty="0">
                          <a:latin typeface="+mj-ea"/>
                          <a:ea typeface="+mj-ea"/>
                        </a:rPr>
                        <a:t> </a:t>
                      </a:r>
                      <a:r>
                        <a:rPr lang="en-US" altLang="ko-KR" sz="800" dirty="0">
                          <a:latin typeface="+mj-ea"/>
                          <a:ea typeface="+mj-ea"/>
                        </a:rPr>
                        <a:t>- </a:t>
                      </a:r>
                      <a:r>
                        <a:rPr lang="ko-KR" altLang="en-US" sz="800" dirty="0">
                          <a:latin typeface="+mj-ea"/>
                          <a:ea typeface="+mj-ea"/>
                        </a:rPr>
                        <a:t>댓글 작성자 및 작성일 조회 가능하다</a:t>
                      </a:r>
                      <a:r>
                        <a:rPr lang="en-US" altLang="ko-KR" sz="800" dirty="0">
                          <a:latin typeface="+mj-ea"/>
                          <a:ea typeface="+mj-ea"/>
                        </a:rPr>
                        <a:t>.</a:t>
                      </a:r>
                    </a:p>
                    <a:p>
                      <a:pPr lvl="1"/>
                      <a:endParaRPr lang="en-US" altLang="ko-KR" sz="800" dirty="0">
                        <a:latin typeface="+mj-ea"/>
                        <a:ea typeface="+mj-ea"/>
                      </a:endParaRPr>
                    </a:p>
                    <a:p>
                      <a:r>
                        <a:rPr lang="en-US" altLang="ko-KR" sz="800" dirty="0">
                          <a:latin typeface="+mj-ea"/>
                          <a:ea typeface="+mj-ea"/>
                        </a:rPr>
                        <a:t>7 </a:t>
                      </a:r>
                      <a:r>
                        <a:rPr lang="ko-KR" altLang="en-US" sz="800" dirty="0">
                          <a:latin typeface="+mj-ea"/>
                          <a:ea typeface="+mj-ea"/>
                        </a:rPr>
                        <a:t>댓글 수정 및 삭제</a:t>
                      </a:r>
                    </a:p>
                    <a:p>
                      <a:pPr lvl="1"/>
                      <a:r>
                        <a:rPr lang="ko-KR" altLang="en-US" sz="800" dirty="0">
                          <a:latin typeface="+mj-ea"/>
                          <a:ea typeface="+mj-ea"/>
                        </a:rPr>
                        <a:t> </a:t>
                      </a:r>
                      <a:r>
                        <a:rPr lang="en-US" altLang="ko-KR" sz="800" dirty="0">
                          <a:latin typeface="+mj-ea"/>
                          <a:ea typeface="+mj-ea"/>
                        </a:rPr>
                        <a:t>- </a:t>
                      </a:r>
                      <a:r>
                        <a:rPr lang="ko-KR" altLang="en-US" sz="800" dirty="0">
                          <a:latin typeface="+mj-ea"/>
                          <a:ea typeface="+mj-ea"/>
                        </a:rPr>
                        <a:t>댓글 작성자 본인만 수정</a:t>
                      </a:r>
                      <a:r>
                        <a:rPr lang="en-US" altLang="ko-KR" sz="800" dirty="0">
                          <a:latin typeface="+mj-ea"/>
                          <a:ea typeface="+mj-ea"/>
                        </a:rPr>
                        <a:t>/</a:t>
                      </a:r>
                      <a:r>
                        <a:rPr lang="ko-KR" altLang="en-US" sz="800" dirty="0">
                          <a:latin typeface="+mj-ea"/>
                          <a:ea typeface="+mj-ea"/>
                        </a:rPr>
                        <a:t>삭제 가능하다</a:t>
                      </a:r>
                      <a:r>
                        <a:rPr lang="en-US" altLang="ko-KR" sz="800" dirty="0">
                          <a:latin typeface="+mj-ea"/>
                          <a:ea typeface="+mj-ea"/>
                        </a:rPr>
                        <a:t>.</a:t>
                      </a:r>
                    </a:p>
                    <a:p>
                      <a:pPr lvl="1"/>
                      <a:endParaRPr lang="en-US" altLang="ko-KR" sz="800" dirty="0">
                        <a:latin typeface="+mj-ea"/>
                        <a:ea typeface="+mj-ea"/>
                      </a:endParaRPr>
                    </a:p>
                    <a:p>
                      <a:r>
                        <a:rPr lang="en-US" altLang="ko-KR" sz="800" dirty="0">
                          <a:latin typeface="+mj-ea"/>
                          <a:ea typeface="+mj-ea"/>
                        </a:rPr>
                        <a:t>8. </a:t>
                      </a:r>
                      <a:r>
                        <a:rPr lang="ko-KR" altLang="en-US" sz="800" dirty="0">
                          <a:latin typeface="+mj-ea"/>
                          <a:ea typeface="+mj-ea"/>
                        </a:rPr>
                        <a:t>목록 이동 기능</a:t>
                      </a:r>
                    </a:p>
                    <a:p>
                      <a:pPr lvl="1"/>
                      <a:r>
                        <a:rPr lang="ko-KR" altLang="en-US" sz="800" dirty="0">
                          <a:latin typeface="+mj-ea"/>
                          <a:ea typeface="+mj-ea"/>
                        </a:rPr>
                        <a:t> </a:t>
                      </a:r>
                      <a:r>
                        <a:rPr lang="en-US" altLang="ko-KR" sz="800" dirty="0">
                          <a:latin typeface="+mj-ea"/>
                          <a:ea typeface="+mj-ea"/>
                        </a:rPr>
                        <a:t>- </a:t>
                      </a:r>
                      <a:r>
                        <a:rPr lang="ko-KR" altLang="en-US" sz="800" dirty="0">
                          <a:latin typeface="+mj-ea"/>
                          <a:ea typeface="+mj-ea"/>
                        </a:rPr>
                        <a:t>목록으로 버튼 클릭 시 게시글 목록 화면 이동한다</a:t>
                      </a:r>
                      <a:r>
                        <a:rPr lang="en-US" altLang="ko-KR" sz="800" dirty="0">
                          <a:latin typeface="+mj-ea"/>
                          <a:ea typeface="+mj-ea"/>
                        </a:rPr>
                        <a:t>.</a:t>
                      </a:r>
                    </a:p>
                    <a:p>
                      <a:r>
                        <a:rPr lang="ko-KR" altLang="en-US" sz="800" dirty="0">
                          <a:latin typeface="+mj-ea"/>
                          <a:ea typeface="+mj-ea"/>
                        </a:rPr>
                        <a:t> </a:t>
                      </a:r>
                      <a:r>
                        <a:rPr lang="en-US" altLang="ko-KR" sz="800" dirty="0">
                          <a:latin typeface="+mj-ea"/>
                          <a:ea typeface="+mj-ea"/>
                        </a:rPr>
                        <a:t>- </a:t>
                      </a:r>
                      <a:r>
                        <a:rPr lang="ko-KR" altLang="en-US" sz="800" dirty="0">
                          <a:latin typeface="+mj-ea"/>
                          <a:ea typeface="+mj-ea"/>
                        </a:rPr>
                        <a:t>조회수 증가 처리</a:t>
                      </a:r>
                      <a:endParaRPr lang="en-US" altLang="ko-KR" sz="800" dirty="0">
                        <a:latin typeface="+mj-ea"/>
                        <a:ea typeface="+mj-ea"/>
                      </a:endParaRPr>
                    </a:p>
                    <a:p>
                      <a:endParaRPr lang="ko-KR" altLang="en-US" sz="800" dirty="0">
                        <a:latin typeface="+mj-ea"/>
                        <a:ea typeface="+mj-ea"/>
                      </a:endParaRPr>
                    </a:p>
                    <a:p>
                      <a:pPr lvl="1"/>
                      <a:r>
                        <a:rPr lang="en-US" altLang="ko-KR" sz="800" dirty="0">
                          <a:latin typeface="+mj-ea"/>
                          <a:ea typeface="+mj-ea"/>
                        </a:rPr>
                        <a:t>9. </a:t>
                      </a:r>
                      <a:r>
                        <a:rPr lang="ko-KR" altLang="en-US" sz="800" dirty="0">
                          <a:latin typeface="+mj-ea"/>
                          <a:ea typeface="+mj-ea"/>
                        </a:rPr>
                        <a:t>게시글 상세조회 시 조회수 자동 증가한다</a:t>
                      </a:r>
                      <a:r>
                        <a:rPr lang="en-US" altLang="ko-KR" sz="800" dirty="0">
                          <a:latin typeface="+mj-ea"/>
                          <a:ea typeface="+mj-ea"/>
                        </a:rPr>
                        <a:t>.</a:t>
                      </a:r>
                    </a:p>
                    <a:p>
                      <a:r>
                        <a:rPr lang="ko-KR" altLang="en-US" sz="800" dirty="0">
                          <a:latin typeface="+mj-ea"/>
                          <a:ea typeface="+mj-ea"/>
                        </a:rPr>
                        <a:t> </a:t>
                      </a:r>
                      <a:r>
                        <a:rPr lang="en-US" altLang="ko-KR" sz="800" dirty="0">
                          <a:latin typeface="+mj-ea"/>
                          <a:ea typeface="+mj-ea"/>
                        </a:rPr>
                        <a:t>- </a:t>
                      </a:r>
                      <a:r>
                        <a:rPr lang="ko-KR" altLang="en-US" sz="800" dirty="0">
                          <a:latin typeface="+mj-ea"/>
                          <a:ea typeface="+mj-ea"/>
                        </a:rPr>
                        <a:t>사용자 권한 처리</a:t>
                      </a:r>
                    </a:p>
                    <a:p>
                      <a:r>
                        <a:rPr lang="ko-KR" altLang="en-US" sz="800" dirty="0">
                          <a:latin typeface="+mj-ea"/>
                          <a:ea typeface="+mj-ea"/>
                        </a:rPr>
                        <a:t> </a:t>
                      </a:r>
                      <a:r>
                        <a:rPr lang="en-US" altLang="ko-KR" sz="800" dirty="0">
                          <a:latin typeface="+mj-ea"/>
                          <a:ea typeface="+mj-ea"/>
                        </a:rPr>
                        <a:t>- </a:t>
                      </a:r>
                      <a:r>
                        <a:rPr lang="ko-KR" altLang="en-US" sz="800" dirty="0">
                          <a:latin typeface="+mj-ea"/>
                          <a:ea typeface="+mj-ea"/>
                        </a:rPr>
                        <a:t>작성자 여부에 따라 수정</a:t>
                      </a:r>
                      <a:r>
                        <a:rPr lang="en-US" altLang="ko-KR" sz="800" dirty="0">
                          <a:latin typeface="+mj-ea"/>
                          <a:ea typeface="+mj-ea"/>
                        </a:rPr>
                        <a:t>/</a:t>
                      </a:r>
                      <a:r>
                        <a:rPr lang="ko-KR" altLang="en-US" sz="800" dirty="0">
                          <a:latin typeface="+mj-ea"/>
                          <a:ea typeface="+mj-ea"/>
                        </a:rPr>
                        <a:t>삭제 버튼 출력 여부 결정한다</a:t>
                      </a:r>
                      <a:r>
                        <a:rPr lang="en-US" altLang="ko-KR" sz="800" dirty="0">
                          <a:latin typeface="+mj-ea"/>
                          <a:ea typeface="+mj-ea"/>
                        </a:rPr>
                        <a:t>.</a:t>
                      </a:r>
                    </a:p>
                    <a:p>
                      <a:endParaRPr lang="ko-KR" altLang="en-US" sz="800" dirty="0">
                        <a:latin typeface="+mj-ea"/>
                        <a:ea typeface="+mj-ea"/>
                      </a:endParaRPr>
                    </a:p>
                  </a:txBody>
                  <a:tcPr marL="91450" marR="91450" marT="45750" marB="4575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pic>
        <p:nvPicPr>
          <p:cNvPr id="10" name="그림 9">
            <a:extLst>
              <a:ext uri="{FF2B5EF4-FFF2-40B4-BE49-F238E27FC236}">
                <a16:creationId xmlns:a16="http://schemas.microsoft.com/office/drawing/2014/main" id="{E4FB3974-2AF7-43F2-A012-94E5CB6552B8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r="1302"/>
          <a:stretch/>
        </p:blipFill>
        <p:spPr>
          <a:xfrm>
            <a:off x="676505" y="2184169"/>
            <a:ext cx="5789963" cy="2361896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sp>
        <p:nvSpPr>
          <p:cNvPr id="2" name="말풍선: 타원형 1">
            <a:extLst>
              <a:ext uri="{FF2B5EF4-FFF2-40B4-BE49-F238E27FC236}">
                <a16:creationId xmlns:a16="http://schemas.microsoft.com/office/drawing/2014/main" id="{E3F9D4B1-8C50-430C-BD28-D8F5CEFFDE86}"/>
              </a:ext>
            </a:extLst>
          </p:cNvPr>
          <p:cNvSpPr/>
          <p:nvPr/>
        </p:nvSpPr>
        <p:spPr>
          <a:xfrm>
            <a:off x="1219200" y="3378199"/>
            <a:ext cx="1110166" cy="507617"/>
          </a:xfrm>
          <a:prstGeom prst="wedgeEllipseCallout">
            <a:avLst>
              <a:gd name="adj1" fmla="val 77528"/>
              <a:gd name="adj2" fmla="val 50305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>
                <a:solidFill>
                  <a:schemeClr val="tx1"/>
                </a:solidFill>
              </a:rPr>
              <a:t>댓글 등록하기</a:t>
            </a:r>
          </a:p>
        </p:txBody>
      </p:sp>
      <p:sp>
        <p:nvSpPr>
          <p:cNvPr id="5" name="말풍선: 타원형 4">
            <a:extLst>
              <a:ext uri="{FF2B5EF4-FFF2-40B4-BE49-F238E27FC236}">
                <a16:creationId xmlns:a16="http://schemas.microsoft.com/office/drawing/2014/main" id="{CAC41F81-C269-4D9E-9779-D432DEECF07E}"/>
              </a:ext>
            </a:extLst>
          </p:cNvPr>
          <p:cNvSpPr/>
          <p:nvPr/>
        </p:nvSpPr>
        <p:spPr>
          <a:xfrm>
            <a:off x="4368800" y="2539999"/>
            <a:ext cx="1397000" cy="507617"/>
          </a:xfrm>
          <a:prstGeom prst="wedgeEllipseCallout">
            <a:avLst>
              <a:gd name="adj1" fmla="val -39157"/>
              <a:gd name="adj2" fmla="val 87833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>
                <a:solidFill>
                  <a:schemeClr val="tx1"/>
                </a:solidFill>
              </a:rPr>
              <a:t>수정 및 삭제하기</a:t>
            </a:r>
          </a:p>
        </p:txBody>
      </p:sp>
      <p:sp>
        <p:nvSpPr>
          <p:cNvPr id="6" name="말풍선: 타원형 5">
            <a:extLst>
              <a:ext uri="{FF2B5EF4-FFF2-40B4-BE49-F238E27FC236}">
                <a16:creationId xmlns:a16="http://schemas.microsoft.com/office/drawing/2014/main" id="{D49F6BFD-7300-4C97-ABBC-D9CCA99E1510}"/>
              </a:ext>
            </a:extLst>
          </p:cNvPr>
          <p:cNvSpPr/>
          <p:nvPr/>
        </p:nvSpPr>
        <p:spPr>
          <a:xfrm>
            <a:off x="1143001" y="2717950"/>
            <a:ext cx="1346200" cy="393315"/>
          </a:xfrm>
          <a:prstGeom prst="wedgeEllipseCallout">
            <a:avLst>
              <a:gd name="adj1" fmla="val 59128"/>
              <a:gd name="adj2" fmla="val 84604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>
                <a:solidFill>
                  <a:schemeClr val="tx1"/>
                </a:solidFill>
              </a:rPr>
              <a:t>좋아요 클릭하기</a:t>
            </a:r>
          </a:p>
        </p:txBody>
      </p:sp>
    </p:spTree>
    <p:extLst>
      <p:ext uri="{BB962C8B-B14F-4D97-AF65-F5344CB8AC3E}">
        <p14:creationId xmlns:p14="http://schemas.microsoft.com/office/powerpoint/2010/main" val="10050941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1" name="Google Shape;61;p2"/>
          <p:cNvGraphicFramePr/>
          <p:nvPr>
            <p:extLst>
              <p:ext uri="{D42A27DB-BD31-4B8C-83A1-F6EECF244321}">
                <p14:modId xmlns:p14="http://schemas.microsoft.com/office/powerpoint/2010/main" val="3182798189"/>
              </p:ext>
            </p:extLst>
          </p:nvPr>
        </p:nvGraphicFramePr>
        <p:xfrm>
          <a:off x="170674" y="253999"/>
          <a:ext cx="6516651" cy="9405087"/>
        </p:xfrm>
        <a:graphic>
          <a:graphicData uri="http://schemas.openxmlformats.org/drawingml/2006/table">
            <a:tbl>
              <a:tblPr>
                <a:noFill/>
                <a:tableStyleId>{69A28E38-3AA5-4339-A1BF-AE6ADF5D02B0}</a:tableStyleId>
              </a:tblPr>
              <a:tblGrid>
                <a:gridCol w="103802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632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2603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8410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77215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85757">
                <a:tc gridSpan="5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000"/>
                        <a:buFont typeface="Gulimche"/>
                        <a:buNone/>
                      </a:pPr>
                      <a:r>
                        <a:rPr lang="en-US" sz="2000" b="1" i="0" u="none">
                          <a:solidFill>
                            <a:srgbClr val="000000"/>
                          </a:solidFill>
                          <a:latin typeface="+mj-ea"/>
                          <a:ea typeface="+mj-ea"/>
                          <a:cs typeface="Gulimche"/>
                          <a:sym typeface="Gulimche"/>
                        </a:rPr>
                        <a:t>화면정의서</a:t>
                      </a:r>
                      <a:endParaRPr>
                        <a:latin typeface="+mj-ea"/>
                        <a:ea typeface="+mj-ea"/>
                      </a:endParaRPr>
                    </a:p>
                  </a:txBody>
                  <a:tcPr marL="91450" marR="91450" marT="45750" marB="45750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C0C0C0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40399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en-US" sz="1000" b="0" i="0" u="none">
                          <a:solidFill>
                            <a:srgbClr val="000000"/>
                          </a:solidFill>
                          <a:latin typeface="+mj-ea"/>
                          <a:ea typeface="+mj-ea"/>
                          <a:cs typeface="Gulimche"/>
                          <a:sym typeface="Gulimche"/>
                        </a:rPr>
                        <a:t>업무명</a:t>
                      </a:r>
                      <a:endParaRPr>
                        <a:latin typeface="+mj-ea"/>
                        <a:ea typeface="+mj-ea"/>
                      </a:endParaRPr>
                    </a:p>
                  </a:txBody>
                  <a:tcPr marL="36000" marR="36000" marT="36025" marB="360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0E0E0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커뮤니티</a:t>
                      </a:r>
                      <a:endParaRPr sz="1000" dirty="0">
                        <a:latin typeface="+mj-ea"/>
                        <a:ea typeface="+mj-ea"/>
                      </a:endParaRPr>
                    </a:p>
                  </a:txBody>
                  <a:tcPr marL="36000" marR="36000" marT="36025" marB="360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en-US" sz="1000" b="0" i="0" u="none" dirty="0" err="1">
                          <a:solidFill>
                            <a:srgbClr val="000000"/>
                          </a:solidFill>
                          <a:latin typeface="+mj-ea"/>
                          <a:ea typeface="+mj-ea"/>
                          <a:cs typeface="Gulimche"/>
                          <a:sym typeface="Gulimche"/>
                        </a:rPr>
                        <a:t>작성일</a:t>
                      </a:r>
                      <a:endParaRPr sz="1000" dirty="0">
                        <a:latin typeface="+mj-ea"/>
                        <a:ea typeface="+mj-ea"/>
                      </a:endParaRPr>
                    </a:p>
                  </a:txBody>
                  <a:tcPr marL="36000" marR="36000" marT="36025" marB="360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0E0E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2026.05.22</a:t>
                      </a:r>
                      <a:endParaRPr sz="1000" dirty="0">
                        <a:latin typeface="+mj-ea"/>
                        <a:ea typeface="+mj-ea"/>
                      </a:endParaRPr>
                    </a:p>
                  </a:txBody>
                  <a:tcPr marL="36000" marR="36000" marT="36025" marB="360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48368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en-US" sz="1000" b="0" i="0" u="none" dirty="0" err="1">
                          <a:solidFill>
                            <a:srgbClr val="000000"/>
                          </a:solidFill>
                          <a:latin typeface="+mj-ea"/>
                          <a:ea typeface="+mj-ea"/>
                          <a:cs typeface="Gulimche"/>
                          <a:sym typeface="Gulimche"/>
                        </a:rPr>
                        <a:t>업무대기능명</a:t>
                      </a:r>
                      <a:endParaRPr dirty="0">
                        <a:latin typeface="+mj-ea"/>
                        <a:ea typeface="+mj-ea"/>
                      </a:endParaRPr>
                    </a:p>
                  </a:txBody>
                  <a:tcPr marL="36000" marR="36000" marT="36025" marB="360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0E0E0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게시글 등록관리</a:t>
                      </a:r>
                      <a:endParaRPr sz="1000" dirty="0">
                        <a:latin typeface="+mj-ea"/>
                        <a:ea typeface="+mj-ea"/>
                      </a:endParaRPr>
                    </a:p>
                  </a:txBody>
                  <a:tcPr marL="36000" marR="36000" marT="36025" marB="360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en-US" sz="1000" b="0" i="0" u="none" dirty="0" err="1">
                          <a:solidFill>
                            <a:srgbClr val="000000"/>
                          </a:solidFill>
                          <a:latin typeface="+mj-ea"/>
                          <a:ea typeface="+mj-ea"/>
                          <a:cs typeface="Gulimche"/>
                          <a:sym typeface="Gulimche"/>
                        </a:rPr>
                        <a:t>작성자</a:t>
                      </a:r>
                      <a:endParaRPr sz="1000" dirty="0">
                        <a:latin typeface="+mj-ea"/>
                        <a:ea typeface="+mj-ea"/>
                      </a:endParaRPr>
                    </a:p>
                  </a:txBody>
                  <a:tcPr marL="36000" marR="36000" marT="36025" marB="360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0E0E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곽민재</a:t>
                      </a:r>
                      <a:endParaRPr sz="1000" dirty="0">
                        <a:latin typeface="+mj-ea"/>
                        <a:ea typeface="+mj-ea"/>
                      </a:endParaRPr>
                    </a:p>
                  </a:txBody>
                  <a:tcPr marL="36000" marR="36000" marT="36025" marB="360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49707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en-US" sz="1000" b="0" i="0" u="none" dirty="0" err="1">
                          <a:solidFill>
                            <a:srgbClr val="000000"/>
                          </a:solidFill>
                          <a:latin typeface="+mj-ea"/>
                          <a:ea typeface="+mj-ea"/>
                          <a:cs typeface="Gulimche"/>
                          <a:sym typeface="Gulimche"/>
                        </a:rPr>
                        <a:t>화면명</a:t>
                      </a:r>
                      <a:endParaRPr dirty="0">
                        <a:latin typeface="+mj-ea"/>
                        <a:ea typeface="+mj-ea"/>
                      </a:endParaRPr>
                    </a:p>
                  </a:txBody>
                  <a:tcPr marL="36000" marR="36000" marT="36025" marB="360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0E0E0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게시글 작성</a:t>
                      </a:r>
                      <a:endParaRPr sz="1000" dirty="0">
                        <a:latin typeface="+mj-ea"/>
                        <a:ea typeface="+mj-ea"/>
                      </a:endParaRPr>
                    </a:p>
                  </a:txBody>
                  <a:tcPr marL="36000" marR="36000" marT="36025" marB="360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en-US" sz="1000" b="0" i="0" u="none" dirty="0" err="1">
                          <a:solidFill>
                            <a:srgbClr val="000000"/>
                          </a:solidFill>
                          <a:latin typeface="+mj-ea"/>
                          <a:ea typeface="+mj-ea"/>
                          <a:cs typeface="Gulimche"/>
                          <a:sym typeface="Gulimche"/>
                        </a:rPr>
                        <a:t>화면ID</a:t>
                      </a:r>
                      <a:endParaRPr sz="1000" dirty="0">
                        <a:latin typeface="+mj-ea"/>
                        <a:ea typeface="+mj-ea"/>
                      </a:endParaRPr>
                    </a:p>
                  </a:txBody>
                  <a:tcPr marL="36000" marR="36000" marT="36025" marB="360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0E0E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en-US" sz="1000" dirty="0">
                          <a:latin typeface="+mj-ea"/>
                          <a:ea typeface="+mj-ea"/>
                        </a:rPr>
                        <a:t>COMMUNITY_WIRTE_PAGE</a:t>
                      </a:r>
                      <a:endParaRPr sz="1000" dirty="0">
                        <a:latin typeface="+mj-ea"/>
                        <a:ea typeface="+mj-ea"/>
                      </a:endParaRPr>
                    </a:p>
                  </a:txBody>
                  <a:tcPr marL="36000" marR="36000" marT="36025" marB="360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47051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en-US" sz="1000" b="0" i="0" u="none">
                          <a:solidFill>
                            <a:srgbClr val="000000"/>
                          </a:solidFill>
                          <a:latin typeface="+mj-ea"/>
                          <a:ea typeface="+mj-ea"/>
                          <a:cs typeface="Gulimche"/>
                          <a:sym typeface="Gulimche"/>
                        </a:rPr>
                        <a:t>화면설명</a:t>
                      </a:r>
                      <a:endParaRPr>
                        <a:latin typeface="+mj-ea"/>
                        <a:ea typeface="+mj-ea"/>
                      </a:endParaRPr>
                    </a:p>
                  </a:txBody>
                  <a:tcPr marL="36000" marR="36000" marT="36025" marB="360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0E0E0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사용자가 커뮤니티 게시글을 작성하는 화면이다</a:t>
                      </a:r>
                      <a:endParaRPr sz="1000" dirty="0">
                        <a:latin typeface="+mj-ea"/>
                        <a:ea typeface="+mj-ea"/>
                      </a:endParaRPr>
                    </a:p>
                  </a:txBody>
                  <a:tcPr marL="36000" marR="36000" marT="36025" marB="360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243682">
                <a:tc gridSpan="5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000" dirty="0">
                        <a:solidFill>
                          <a:schemeClr val="dk1"/>
                        </a:solidFill>
                        <a:latin typeface="+mj-ea"/>
                        <a:ea typeface="+mj-ea"/>
                        <a:cs typeface="Gulim"/>
                        <a:sym typeface="Gulim"/>
                      </a:endParaRPr>
                    </a:p>
                  </a:txBody>
                  <a:tcPr marL="36000" marR="36000" marT="36025" marB="36025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679034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ko-KR" altLang="en-US" sz="1000" b="0" i="0" u="none" dirty="0">
                          <a:solidFill>
                            <a:srgbClr val="000000"/>
                          </a:solidFill>
                          <a:latin typeface="+mj-ea"/>
                          <a:ea typeface="+mj-ea"/>
                          <a:cs typeface="Gulimche"/>
                          <a:sym typeface="Gulimche"/>
                        </a:rPr>
                        <a:t>구성요소</a:t>
                      </a:r>
                      <a:endParaRPr lang="ko-KR" altLang="en-US" sz="1000" b="0" i="0" u="none" dirty="0">
                        <a:solidFill>
                          <a:schemeClr val="dk1"/>
                        </a:solidFill>
                        <a:latin typeface="+mj-ea"/>
                        <a:ea typeface="+mj-ea"/>
                        <a:cs typeface="Gulimche"/>
                        <a:sym typeface="Gulimche"/>
                      </a:endParaRPr>
                    </a:p>
                    <a:p>
                      <a:pPr marL="0" marR="0" lvl="0" indent="0" algn="ctr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ko-KR" altLang="en-US" sz="1000" b="0" i="0" u="none" dirty="0">
                          <a:solidFill>
                            <a:srgbClr val="000000"/>
                          </a:solidFill>
                          <a:latin typeface="+mj-ea"/>
                          <a:ea typeface="+mj-ea"/>
                          <a:cs typeface="Gulimche"/>
                          <a:sym typeface="Gulimche"/>
                        </a:rPr>
                        <a:t>설명</a:t>
                      </a:r>
                      <a:endParaRPr lang="ko-KR" altLang="en-US" dirty="0">
                        <a:latin typeface="+mj-ea"/>
                        <a:ea typeface="+mj-ea"/>
                      </a:endParaRPr>
                    </a:p>
                  </a:txBody>
                  <a:tcPr marL="91450" marR="91450" marT="45750" marB="45750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0E0E0"/>
                    </a:solidFill>
                  </a:tcPr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1. </a:t>
                      </a:r>
                      <a:r>
                        <a:rPr lang="ko-KR" altLang="en-US" sz="1000" dirty="0" err="1">
                          <a:latin typeface="+mj-ea"/>
                          <a:ea typeface="+mj-ea"/>
                        </a:rPr>
                        <a:t>카데고리</a:t>
                      </a: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 선택 </a:t>
                      </a:r>
                      <a:endParaRPr lang="en-US" altLang="ko-KR" sz="1000" dirty="0">
                        <a:latin typeface="+mj-ea"/>
                        <a:ea typeface="+mj-ea"/>
                      </a:endParaRPr>
                    </a:p>
                    <a:p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 </a:t>
                      </a:r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-  </a:t>
                      </a: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건강 정보</a:t>
                      </a:r>
                    </a:p>
                    <a:p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 </a:t>
                      </a:r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-  </a:t>
                      </a: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식단 이야기</a:t>
                      </a:r>
                    </a:p>
                    <a:p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 </a:t>
                      </a:r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-  </a:t>
                      </a: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운동 공유</a:t>
                      </a:r>
                    </a:p>
                    <a:p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 </a:t>
                      </a:r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-  </a:t>
                      </a: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자유 게시판</a:t>
                      </a:r>
                      <a:endParaRPr lang="en-US" altLang="ko-KR" sz="1000" dirty="0">
                        <a:latin typeface="+mj-ea"/>
                        <a:ea typeface="+mj-ea"/>
                      </a:endParaRPr>
                    </a:p>
                    <a:p>
                      <a:endParaRPr lang="en-US" altLang="ko-KR" sz="1000" dirty="0">
                        <a:latin typeface="+mj-ea"/>
                        <a:ea typeface="+mj-ea"/>
                      </a:endParaRPr>
                    </a:p>
                    <a:p>
                      <a:pPr marL="228600" indent="-228600">
                        <a:buAutoNum type="arabicPeriod" startAt="2"/>
                      </a:pP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게시글 제목 입력</a:t>
                      </a:r>
                      <a:endParaRPr lang="en-US" altLang="ko-KR" sz="1000" dirty="0">
                        <a:latin typeface="+mj-ea"/>
                        <a:ea typeface="+mj-ea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 - </a:t>
                      </a: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 게시글 제목 작성 가능하다</a:t>
                      </a:r>
                      <a:endParaRPr lang="en-US" altLang="ko-KR" sz="1000" dirty="0">
                        <a:latin typeface="+mj-ea"/>
                        <a:ea typeface="+mj-ea"/>
                      </a:endParaRPr>
                    </a:p>
                    <a:p>
                      <a:pPr marL="0" indent="0">
                        <a:buNone/>
                      </a:pPr>
                      <a:endParaRPr lang="en-US" altLang="ko-KR" sz="1000" dirty="0">
                        <a:latin typeface="+mj-ea"/>
                        <a:ea typeface="+mj-ea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3. </a:t>
                      </a: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게시글 내용 입력</a:t>
                      </a:r>
                      <a:endParaRPr lang="en-US" altLang="ko-KR" sz="1000" dirty="0">
                        <a:latin typeface="+mj-ea"/>
                        <a:ea typeface="+mj-ea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 - </a:t>
                      </a: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게시글 상세 내용 작성 가능하다</a:t>
                      </a:r>
                      <a:endParaRPr lang="en-US" altLang="ko-KR" sz="1000" dirty="0">
                        <a:latin typeface="+mj-ea"/>
                        <a:ea typeface="+mj-ea"/>
                      </a:endParaRPr>
                    </a:p>
                    <a:p>
                      <a:pPr marL="0" indent="0">
                        <a:buNone/>
                      </a:pPr>
                      <a:endParaRPr lang="en-US" altLang="ko-KR" sz="1000" dirty="0">
                        <a:latin typeface="+mj-ea"/>
                        <a:ea typeface="+mj-ea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4. </a:t>
                      </a: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게시글 등록 기능</a:t>
                      </a:r>
                      <a:endParaRPr lang="en-US" altLang="ko-KR" sz="1000" dirty="0">
                        <a:latin typeface="+mj-ea"/>
                        <a:ea typeface="+mj-ea"/>
                      </a:endParaRPr>
                    </a:p>
                    <a:p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 </a:t>
                      </a:r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-  </a:t>
                      </a: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등록하기 버튼 클릭 시 게시글이 </a:t>
                      </a:r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DB</a:t>
                      </a: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에 저장된다</a:t>
                      </a:r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.</a:t>
                      </a:r>
                    </a:p>
                    <a:p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 </a:t>
                      </a:r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-  </a:t>
                      </a: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등록 완료 후 커뮤니티 목록 화면으로 이동한다</a:t>
                      </a:r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.</a:t>
                      </a:r>
                    </a:p>
                    <a:p>
                      <a:endParaRPr lang="en-US" altLang="ko-KR" sz="1000" dirty="0">
                        <a:latin typeface="+mj-ea"/>
                        <a:ea typeface="+mj-ea"/>
                      </a:endParaRPr>
                    </a:p>
                    <a:p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5. </a:t>
                      </a: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게시글 작성 취소</a:t>
                      </a:r>
                      <a:endParaRPr lang="en-US" altLang="ko-KR" sz="1000" dirty="0">
                        <a:latin typeface="+mj-ea"/>
                        <a:ea typeface="+mj-ea"/>
                      </a:endParaRPr>
                    </a:p>
                    <a:p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 -  </a:t>
                      </a: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취소 버튼 클릭 시 이전 화면으로 이동한다</a:t>
                      </a:r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.</a:t>
                      </a:r>
                    </a:p>
                    <a:p>
                      <a:endParaRPr lang="en-US" altLang="ko-KR" sz="1000" dirty="0">
                        <a:latin typeface="+mj-ea"/>
                        <a:ea typeface="+mj-ea"/>
                      </a:endParaRPr>
                    </a:p>
                    <a:p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6. </a:t>
                      </a: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로그인 사용자 작성 처리</a:t>
                      </a:r>
                      <a:endParaRPr lang="en-US" altLang="ko-KR" sz="1000" dirty="0">
                        <a:latin typeface="+mj-ea"/>
                        <a:ea typeface="+mj-ea"/>
                      </a:endParaRPr>
                    </a:p>
                    <a:p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 -  </a:t>
                      </a: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로그인 사용자 정보가 자동 저장된다</a:t>
                      </a:r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.</a:t>
                      </a:r>
                    </a:p>
                    <a:p>
                      <a:endParaRPr lang="en-US" altLang="ko-KR" sz="1000" dirty="0">
                        <a:latin typeface="+mj-ea"/>
                        <a:ea typeface="+mj-ea"/>
                      </a:endParaRPr>
                    </a:p>
                    <a:p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7. </a:t>
                      </a: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유효성 검사</a:t>
                      </a:r>
                      <a:endParaRPr lang="en-US" altLang="ko-KR" sz="1000" dirty="0">
                        <a:latin typeface="+mj-ea"/>
                        <a:ea typeface="+mj-ea"/>
                      </a:endParaRPr>
                    </a:p>
                    <a:p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 -  </a:t>
                      </a: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제목 및 내용 미 입력 시 등록 제한한다</a:t>
                      </a:r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.</a:t>
                      </a:r>
                    </a:p>
                  </a:txBody>
                  <a:tcPr marL="91450" marR="91450" marT="45750" marB="4575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pic>
        <p:nvPicPr>
          <p:cNvPr id="3" name="그림 2">
            <a:extLst>
              <a:ext uri="{FF2B5EF4-FFF2-40B4-BE49-F238E27FC236}">
                <a16:creationId xmlns:a16="http://schemas.microsoft.com/office/drawing/2014/main" id="{A98EF82B-15ED-4FF6-81CC-A4592FE2B36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9274" y="2080647"/>
            <a:ext cx="6059450" cy="3253354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sp>
        <p:nvSpPr>
          <p:cNvPr id="4" name="말풍선: 타원형 3">
            <a:extLst>
              <a:ext uri="{FF2B5EF4-FFF2-40B4-BE49-F238E27FC236}">
                <a16:creationId xmlns:a16="http://schemas.microsoft.com/office/drawing/2014/main" id="{D415C476-8FEA-4F47-B12D-7E8DC3DC2641}"/>
              </a:ext>
            </a:extLst>
          </p:cNvPr>
          <p:cNvSpPr/>
          <p:nvPr/>
        </p:nvSpPr>
        <p:spPr>
          <a:xfrm>
            <a:off x="4508500" y="3924300"/>
            <a:ext cx="1485900" cy="520700"/>
          </a:xfrm>
          <a:prstGeom prst="wedgeEllipseCallout">
            <a:avLst>
              <a:gd name="adj1" fmla="val -58652"/>
              <a:gd name="adj2" fmla="val 64940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>
                <a:solidFill>
                  <a:schemeClr val="tx1"/>
                </a:solidFill>
              </a:rPr>
              <a:t>게시글 전체 페이지로 이동</a:t>
            </a:r>
          </a:p>
        </p:txBody>
      </p:sp>
    </p:spTree>
    <p:extLst>
      <p:ext uri="{BB962C8B-B14F-4D97-AF65-F5344CB8AC3E}">
        <p14:creationId xmlns:p14="http://schemas.microsoft.com/office/powerpoint/2010/main" val="147474118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1" name="Google Shape;61;p2"/>
          <p:cNvGraphicFramePr/>
          <p:nvPr>
            <p:extLst>
              <p:ext uri="{D42A27DB-BD31-4B8C-83A1-F6EECF244321}">
                <p14:modId xmlns:p14="http://schemas.microsoft.com/office/powerpoint/2010/main" val="250579012"/>
              </p:ext>
            </p:extLst>
          </p:nvPr>
        </p:nvGraphicFramePr>
        <p:xfrm>
          <a:off x="399275" y="192711"/>
          <a:ext cx="6059450" cy="9519371"/>
        </p:xfrm>
        <a:graphic>
          <a:graphicData uri="http://schemas.openxmlformats.org/drawingml/2006/table">
            <a:tbl>
              <a:tblPr>
                <a:noFill/>
                <a:tableStyleId>{69A28E38-3AA5-4339-A1BF-AE6ADF5D02B0}</a:tableStyleId>
              </a:tblPr>
              <a:tblGrid>
                <a:gridCol w="965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25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558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080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64782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22275">
                <a:tc gridSpan="5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000"/>
                        <a:buFont typeface="Gulimche"/>
                        <a:buNone/>
                      </a:pPr>
                      <a:r>
                        <a:rPr lang="en-US" sz="2000" b="1" i="0" u="none" dirty="0" err="1">
                          <a:solidFill>
                            <a:srgbClr val="000000"/>
                          </a:solidFill>
                          <a:latin typeface="+mj-ea"/>
                          <a:ea typeface="+mj-ea"/>
                          <a:cs typeface="Gulimche"/>
                          <a:sym typeface="Gulimche"/>
                        </a:rPr>
                        <a:t>화면정의서</a:t>
                      </a:r>
                      <a:endParaRPr dirty="0">
                        <a:latin typeface="+mj-ea"/>
                        <a:ea typeface="+mj-ea"/>
                      </a:endParaRPr>
                    </a:p>
                  </a:txBody>
                  <a:tcPr marL="91450" marR="91450" marT="45750" marB="45750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C0C0C0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7325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en-US" sz="1000" b="0" i="0" u="none">
                          <a:solidFill>
                            <a:srgbClr val="000000"/>
                          </a:solidFill>
                          <a:latin typeface="+mj-ea"/>
                          <a:ea typeface="+mj-ea"/>
                          <a:cs typeface="Gulimche"/>
                          <a:sym typeface="Gulimche"/>
                        </a:rPr>
                        <a:t>업무명</a:t>
                      </a:r>
                      <a:endParaRPr>
                        <a:latin typeface="+mj-ea"/>
                        <a:ea typeface="+mj-ea"/>
                      </a:endParaRPr>
                    </a:p>
                  </a:txBody>
                  <a:tcPr marL="36000" marR="36000" marT="36025" marB="360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0E0E0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마이페이지</a:t>
                      </a:r>
                      <a:endParaRPr sz="1000" dirty="0">
                        <a:latin typeface="+mj-ea"/>
                        <a:ea typeface="+mj-ea"/>
                      </a:endParaRPr>
                    </a:p>
                  </a:txBody>
                  <a:tcPr marL="36000" marR="36000" marT="36025" marB="360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en-US" sz="1000" b="0" i="0" u="none" dirty="0" err="1">
                          <a:solidFill>
                            <a:srgbClr val="000000"/>
                          </a:solidFill>
                          <a:latin typeface="+mj-ea"/>
                          <a:ea typeface="+mj-ea"/>
                          <a:cs typeface="Gulimche"/>
                          <a:sym typeface="Gulimche"/>
                        </a:rPr>
                        <a:t>작성일</a:t>
                      </a:r>
                      <a:endParaRPr sz="1000" dirty="0">
                        <a:latin typeface="+mj-ea"/>
                        <a:ea typeface="+mj-ea"/>
                      </a:endParaRPr>
                    </a:p>
                  </a:txBody>
                  <a:tcPr marL="36000" marR="36000" marT="36025" marB="360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0E0E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2026.05.22</a:t>
                      </a:r>
                      <a:endParaRPr sz="1000" dirty="0">
                        <a:latin typeface="+mj-ea"/>
                        <a:ea typeface="+mj-ea"/>
                      </a:endParaRPr>
                    </a:p>
                  </a:txBody>
                  <a:tcPr marL="36000" marR="36000" marT="36025" marB="360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685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en-US" sz="1000" b="0" i="0" u="none">
                          <a:solidFill>
                            <a:srgbClr val="000000"/>
                          </a:solidFill>
                          <a:latin typeface="+mj-ea"/>
                          <a:ea typeface="+mj-ea"/>
                          <a:cs typeface="Gulimche"/>
                          <a:sym typeface="Gulimche"/>
                        </a:rPr>
                        <a:t>업무대기능명</a:t>
                      </a:r>
                      <a:endParaRPr>
                        <a:latin typeface="+mj-ea"/>
                        <a:ea typeface="+mj-ea"/>
                      </a:endParaRPr>
                    </a:p>
                  </a:txBody>
                  <a:tcPr marL="36000" marR="36000" marT="36025" marB="360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0E0E0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마이페이지 관리</a:t>
                      </a:r>
                      <a:endParaRPr sz="1000" dirty="0">
                        <a:latin typeface="+mj-ea"/>
                        <a:ea typeface="+mj-ea"/>
                      </a:endParaRPr>
                    </a:p>
                  </a:txBody>
                  <a:tcPr marL="36000" marR="36000" marT="36025" marB="360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en-US" sz="1000" b="0" i="0" u="none" dirty="0" err="1">
                          <a:solidFill>
                            <a:srgbClr val="000000"/>
                          </a:solidFill>
                          <a:latin typeface="+mj-ea"/>
                          <a:ea typeface="+mj-ea"/>
                          <a:cs typeface="Gulimche"/>
                          <a:sym typeface="Gulimche"/>
                        </a:rPr>
                        <a:t>작성자</a:t>
                      </a:r>
                      <a:endParaRPr sz="1000" dirty="0">
                        <a:latin typeface="+mj-ea"/>
                        <a:ea typeface="+mj-ea"/>
                      </a:endParaRPr>
                    </a:p>
                  </a:txBody>
                  <a:tcPr marL="36000" marR="36000" marT="36025" marB="360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0E0E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곽민재</a:t>
                      </a:r>
                      <a:endParaRPr sz="1000" dirty="0">
                        <a:latin typeface="+mj-ea"/>
                        <a:ea typeface="+mj-ea"/>
                      </a:endParaRPr>
                    </a:p>
                  </a:txBody>
                  <a:tcPr marL="36000" marR="36000" marT="36025" marB="360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845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en-US" sz="1000" b="0" i="0" u="none">
                          <a:solidFill>
                            <a:srgbClr val="000000"/>
                          </a:solidFill>
                          <a:latin typeface="+mj-ea"/>
                          <a:ea typeface="+mj-ea"/>
                          <a:cs typeface="Gulimche"/>
                          <a:sym typeface="Gulimche"/>
                        </a:rPr>
                        <a:t>화면명</a:t>
                      </a:r>
                      <a:endParaRPr>
                        <a:latin typeface="+mj-ea"/>
                        <a:ea typeface="+mj-ea"/>
                      </a:endParaRPr>
                    </a:p>
                  </a:txBody>
                  <a:tcPr marL="36000" marR="36000" marT="36025" marB="360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0E0E0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마이페이지</a:t>
                      </a:r>
                      <a:endParaRPr sz="1000" dirty="0">
                        <a:latin typeface="+mj-ea"/>
                        <a:ea typeface="+mj-ea"/>
                      </a:endParaRPr>
                    </a:p>
                  </a:txBody>
                  <a:tcPr marL="36000" marR="36000" marT="36025" marB="360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en-US" sz="1000" b="0" i="0" u="none" dirty="0" err="1">
                          <a:solidFill>
                            <a:srgbClr val="000000"/>
                          </a:solidFill>
                          <a:latin typeface="+mj-ea"/>
                          <a:ea typeface="+mj-ea"/>
                          <a:cs typeface="Gulimche"/>
                          <a:sym typeface="Gulimche"/>
                        </a:rPr>
                        <a:t>화면ID</a:t>
                      </a:r>
                      <a:endParaRPr sz="1000" dirty="0">
                        <a:latin typeface="+mj-ea"/>
                        <a:ea typeface="+mj-ea"/>
                      </a:endParaRPr>
                    </a:p>
                  </a:txBody>
                  <a:tcPr marL="36000" marR="36000" marT="36025" marB="360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0E0E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en-US" sz="1000" dirty="0">
                          <a:latin typeface="+mj-ea"/>
                          <a:ea typeface="+mj-ea"/>
                        </a:rPr>
                        <a:t>MY_PAGE</a:t>
                      </a:r>
                      <a:endParaRPr sz="1000" dirty="0">
                        <a:latin typeface="+mj-ea"/>
                        <a:ea typeface="+mj-ea"/>
                      </a:endParaRPr>
                    </a:p>
                  </a:txBody>
                  <a:tcPr marL="36000" marR="36000" marT="36025" marB="360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95275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en-US" sz="1000" b="0" i="0" u="none">
                          <a:solidFill>
                            <a:srgbClr val="000000"/>
                          </a:solidFill>
                          <a:latin typeface="+mj-ea"/>
                          <a:ea typeface="+mj-ea"/>
                          <a:cs typeface="Gulimche"/>
                          <a:sym typeface="Gulimche"/>
                        </a:rPr>
                        <a:t>화면설명</a:t>
                      </a:r>
                      <a:endParaRPr>
                        <a:latin typeface="+mj-ea"/>
                        <a:ea typeface="+mj-ea"/>
                      </a:endParaRPr>
                    </a:p>
                  </a:txBody>
                  <a:tcPr marL="36000" marR="36000" marT="36025" marB="360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0E0E0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사용자의 개인 정보와 활동 기록을 조회하는 화면이다</a:t>
                      </a:r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.</a:t>
                      </a:r>
                      <a:endParaRPr sz="1000" dirty="0">
                        <a:latin typeface="+mj-ea"/>
                        <a:ea typeface="+mj-ea"/>
                      </a:endParaRPr>
                    </a:p>
                  </a:txBody>
                  <a:tcPr marL="36000" marR="36000" marT="36025" marB="360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072050">
                <a:tc gridSpan="5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000" dirty="0">
                        <a:solidFill>
                          <a:schemeClr val="dk1"/>
                        </a:solidFill>
                        <a:latin typeface="+mj-ea"/>
                        <a:ea typeface="+mj-ea"/>
                        <a:cs typeface="Gulim"/>
                        <a:sym typeface="Gulim"/>
                      </a:endParaRPr>
                    </a:p>
                  </a:txBody>
                  <a:tcPr marL="36000" marR="36000" marT="36025" marB="36025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28600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ko-KR" altLang="en-US" sz="1000" b="0" i="0" u="none" dirty="0">
                          <a:solidFill>
                            <a:srgbClr val="000000"/>
                          </a:solidFill>
                          <a:latin typeface="+mj-ea"/>
                          <a:ea typeface="+mj-ea"/>
                          <a:cs typeface="Gulimche"/>
                          <a:sym typeface="Gulimche"/>
                        </a:rPr>
                        <a:t>구성요소</a:t>
                      </a:r>
                      <a:endParaRPr lang="ko-KR" altLang="en-US" sz="1000" b="0" i="0" u="none" dirty="0">
                        <a:solidFill>
                          <a:schemeClr val="dk1"/>
                        </a:solidFill>
                        <a:latin typeface="+mj-ea"/>
                        <a:ea typeface="+mj-ea"/>
                        <a:cs typeface="Gulimche"/>
                        <a:sym typeface="Gulimche"/>
                      </a:endParaRPr>
                    </a:p>
                    <a:p>
                      <a:pPr marL="0" marR="0" lvl="0" indent="0" algn="ctr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ko-KR" altLang="en-US" sz="1000" b="0" i="0" u="none" dirty="0">
                          <a:solidFill>
                            <a:srgbClr val="000000"/>
                          </a:solidFill>
                          <a:latin typeface="+mj-ea"/>
                          <a:ea typeface="+mj-ea"/>
                          <a:cs typeface="Gulimche"/>
                          <a:sym typeface="Gulimche"/>
                        </a:rPr>
                        <a:t>설명</a:t>
                      </a:r>
                      <a:endParaRPr lang="ko-KR" altLang="en-US" dirty="0">
                        <a:latin typeface="+mj-ea"/>
                        <a:ea typeface="+mj-ea"/>
                      </a:endParaRPr>
                    </a:p>
                  </a:txBody>
                  <a:tcPr marL="91450" marR="91450" marT="45750" marB="45750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0E0E0"/>
                    </a:solidFill>
                  </a:tcPr>
                </a:tc>
                <a:tc gridSpan="4">
                  <a:txBody>
                    <a:bodyPr/>
                    <a:lstStyle/>
                    <a:p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1. </a:t>
                      </a: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회원 정보 조회</a:t>
                      </a:r>
                      <a:endParaRPr lang="en-US" altLang="ko-KR" sz="1000" dirty="0">
                        <a:latin typeface="+mj-ea"/>
                        <a:ea typeface="+mj-ea"/>
                      </a:endParaRPr>
                    </a:p>
                    <a:p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 </a:t>
                      </a:r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-  </a:t>
                      </a: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사용자 이름 및 이메일 조회 가능하다</a:t>
                      </a:r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.</a:t>
                      </a:r>
                    </a:p>
                    <a:p>
                      <a:endParaRPr lang="en-US" altLang="ko-KR" sz="1000" dirty="0">
                        <a:latin typeface="+mj-ea"/>
                        <a:ea typeface="+mj-ea"/>
                      </a:endParaRPr>
                    </a:p>
                    <a:p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 </a:t>
                      </a:r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2. </a:t>
                      </a: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최근 분석 기록 조회</a:t>
                      </a:r>
                      <a:endParaRPr lang="en-US" altLang="ko-KR" sz="1000" dirty="0">
                        <a:latin typeface="+mj-ea"/>
                        <a:ea typeface="+mj-ea"/>
                      </a:endParaRPr>
                    </a:p>
                    <a:p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 </a:t>
                      </a:r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-  </a:t>
                      </a: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최근 심근경색 분석 결과를 조회한다</a:t>
                      </a:r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.</a:t>
                      </a:r>
                    </a:p>
                    <a:p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 </a:t>
                      </a:r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-  </a:t>
                      </a: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상세보기 버튼 클릭 시 분석 상세 화면 이동 가능하다</a:t>
                      </a:r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.</a:t>
                      </a:r>
                    </a:p>
                    <a:p>
                      <a:endParaRPr lang="en-US" altLang="ko-KR" sz="1000" dirty="0">
                        <a:latin typeface="+mj-ea"/>
                        <a:ea typeface="+mj-ea"/>
                      </a:endParaRPr>
                    </a:p>
                    <a:p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 3. </a:t>
                      </a: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회원 정보 수정</a:t>
                      </a:r>
                      <a:endParaRPr lang="en-US" altLang="ko-KR" sz="1000" dirty="0">
                        <a:latin typeface="+mj-ea"/>
                        <a:ea typeface="+mj-ea"/>
                      </a:endParaRPr>
                    </a:p>
                    <a:p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 </a:t>
                      </a:r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-  </a:t>
                      </a: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사용자 정보를 수정할 수 있다</a:t>
                      </a:r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.</a:t>
                      </a:r>
                    </a:p>
                    <a:p>
                      <a:endParaRPr lang="en-US" altLang="ko-KR" sz="1000" dirty="0">
                        <a:latin typeface="+mj-ea"/>
                        <a:ea typeface="+mj-ea"/>
                      </a:endParaRPr>
                    </a:p>
                    <a:p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4. </a:t>
                      </a: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회원 탈퇴</a:t>
                      </a:r>
                      <a:endParaRPr lang="en-US" altLang="ko-KR" sz="1000" dirty="0">
                        <a:latin typeface="+mj-ea"/>
                        <a:ea typeface="+mj-ea"/>
                      </a:endParaRPr>
                    </a:p>
                    <a:p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 </a:t>
                      </a:r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-  </a:t>
                      </a: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회원 탈퇴 기능 제공한다</a:t>
                      </a:r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.</a:t>
                      </a:r>
                    </a:p>
                    <a:p>
                      <a:endParaRPr lang="en-US" altLang="ko-KR" sz="1000" dirty="0">
                        <a:latin typeface="+mj-ea"/>
                        <a:ea typeface="+mj-ea"/>
                      </a:endParaRPr>
                    </a:p>
                    <a:p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5. </a:t>
                      </a: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메뉴 이동</a:t>
                      </a:r>
                      <a:endParaRPr lang="en-US" altLang="ko-KR" sz="1000" dirty="0">
                        <a:latin typeface="+mj-ea"/>
                        <a:ea typeface="+mj-ea"/>
                      </a:endParaRPr>
                    </a:p>
                    <a:p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 </a:t>
                      </a:r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-  </a:t>
                      </a: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내 게시글 조회</a:t>
                      </a:r>
                    </a:p>
                    <a:p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 </a:t>
                      </a:r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-  </a:t>
                      </a: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내 문의사항 조회</a:t>
                      </a:r>
                    </a:p>
                    <a:p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 -  </a:t>
                      </a: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분석 기록 조회</a:t>
                      </a:r>
                    </a:p>
                    <a:p>
                      <a:pPr marL="0" marR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endParaRPr lang="ko-KR" altLang="en-US" sz="1000" dirty="0">
                        <a:latin typeface="+mj-ea"/>
                        <a:ea typeface="+mj-ea"/>
                      </a:endParaRPr>
                    </a:p>
                  </a:txBody>
                  <a:tcPr marL="91450" marR="91450" marT="45750" marB="4575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pic>
        <p:nvPicPr>
          <p:cNvPr id="3" name="그림 2">
            <a:extLst>
              <a:ext uri="{FF2B5EF4-FFF2-40B4-BE49-F238E27FC236}">
                <a16:creationId xmlns:a16="http://schemas.microsoft.com/office/drawing/2014/main" id="{89484CE6-CE1B-4D3D-AED1-DD8A9B8C802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7700" y="2031072"/>
            <a:ext cx="5562600" cy="4585627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sp>
        <p:nvSpPr>
          <p:cNvPr id="4" name="말풍선: 타원형 3">
            <a:extLst>
              <a:ext uri="{FF2B5EF4-FFF2-40B4-BE49-F238E27FC236}">
                <a16:creationId xmlns:a16="http://schemas.microsoft.com/office/drawing/2014/main" id="{31EE98F2-3D80-4FCB-BC03-52DFB64F4A3B}"/>
              </a:ext>
            </a:extLst>
          </p:cNvPr>
          <p:cNvSpPr/>
          <p:nvPr/>
        </p:nvSpPr>
        <p:spPr>
          <a:xfrm>
            <a:off x="5787320" y="2031072"/>
            <a:ext cx="1839660" cy="635928"/>
          </a:xfrm>
          <a:prstGeom prst="wedgeEllipseCallout">
            <a:avLst>
              <a:gd name="adj1" fmla="val -71275"/>
              <a:gd name="adj2" fmla="val 60176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>
                <a:solidFill>
                  <a:schemeClr val="tx1"/>
                </a:solidFill>
              </a:rPr>
              <a:t>분석페이지로 </a:t>
            </a:r>
            <a:r>
              <a:rPr lang="ko-KR" altLang="en-US" sz="1000" dirty="0">
                <a:solidFill>
                  <a:schemeClr val="tx1"/>
                </a:solidFill>
              </a:rPr>
              <a:t>이동</a:t>
            </a:r>
          </a:p>
        </p:txBody>
      </p:sp>
      <p:sp>
        <p:nvSpPr>
          <p:cNvPr id="6" name="말풍선: 타원형 5">
            <a:extLst>
              <a:ext uri="{FF2B5EF4-FFF2-40B4-BE49-F238E27FC236}">
                <a16:creationId xmlns:a16="http://schemas.microsoft.com/office/drawing/2014/main" id="{CB8A292C-2E82-4833-A983-1B4D6B3F83B1}"/>
              </a:ext>
            </a:extLst>
          </p:cNvPr>
          <p:cNvSpPr/>
          <p:nvPr/>
        </p:nvSpPr>
        <p:spPr>
          <a:xfrm>
            <a:off x="3843978" y="3835400"/>
            <a:ext cx="1718913" cy="635928"/>
          </a:xfrm>
          <a:prstGeom prst="wedgeEllipseCallout">
            <a:avLst>
              <a:gd name="adj1" fmla="val 32366"/>
              <a:gd name="adj2" fmla="val -89605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>
                <a:solidFill>
                  <a:schemeClr val="tx1"/>
                </a:solidFill>
              </a:rPr>
              <a:t>당일에 한 분석 결과로 이동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9417351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1" name="Google Shape;61;p2"/>
          <p:cNvGraphicFramePr/>
          <p:nvPr>
            <p:extLst>
              <p:ext uri="{D42A27DB-BD31-4B8C-83A1-F6EECF244321}">
                <p14:modId xmlns:p14="http://schemas.microsoft.com/office/powerpoint/2010/main" val="1496608976"/>
              </p:ext>
            </p:extLst>
          </p:nvPr>
        </p:nvGraphicFramePr>
        <p:xfrm>
          <a:off x="495300" y="344487"/>
          <a:ext cx="6059450" cy="9423455"/>
        </p:xfrm>
        <a:graphic>
          <a:graphicData uri="http://schemas.openxmlformats.org/drawingml/2006/table">
            <a:tbl>
              <a:tblPr>
                <a:noFill/>
                <a:tableStyleId>{69A28E38-3AA5-4339-A1BF-AE6ADF5D02B0}</a:tableStyleId>
              </a:tblPr>
              <a:tblGrid>
                <a:gridCol w="965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25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558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080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64782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16205">
                <a:tc gridSpan="5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000"/>
                        <a:buFont typeface="Gulimche"/>
                        <a:buNone/>
                      </a:pPr>
                      <a:r>
                        <a:rPr lang="en-US" sz="2000" b="1" i="0" u="none" dirty="0" err="1">
                          <a:solidFill>
                            <a:srgbClr val="000000"/>
                          </a:solidFill>
                          <a:latin typeface="+mj-ea"/>
                          <a:ea typeface="+mj-ea"/>
                          <a:cs typeface="Gulimche"/>
                          <a:sym typeface="Gulimche"/>
                        </a:rPr>
                        <a:t>화면정의서</a:t>
                      </a:r>
                      <a:endParaRPr dirty="0">
                        <a:latin typeface="+mj-ea"/>
                        <a:ea typeface="+mj-ea"/>
                      </a:endParaRPr>
                    </a:p>
                  </a:txBody>
                  <a:tcPr marL="91450" marR="91450" marT="45750" marB="45750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C0C0C0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3195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en-US" sz="1000" b="0" i="0" u="none">
                          <a:solidFill>
                            <a:srgbClr val="000000"/>
                          </a:solidFill>
                          <a:latin typeface="+mj-ea"/>
                          <a:ea typeface="+mj-ea"/>
                          <a:cs typeface="Gulimche"/>
                          <a:sym typeface="Gulimche"/>
                        </a:rPr>
                        <a:t>업무명</a:t>
                      </a:r>
                      <a:endParaRPr>
                        <a:latin typeface="+mj-ea"/>
                        <a:ea typeface="+mj-ea"/>
                      </a:endParaRPr>
                    </a:p>
                  </a:txBody>
                  <a:tcPr marL="36000" marR="36000" marT="36025" marB="360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0E0E0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커뮤니티</a:t>
                      </a:r>
                      <a:endParaRPr sz="1000" dirty="0">
                        <a:latin typeface="+mj-ea"/>
                        <a:ea typeface="+mj-ea"/>
                      </a:endParaRPr>
                    </a:p>
                  </a:txBody>
                  <a:tcPr marL="36000" marR="36000" marT="36025" marB="360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en-US" sz="1000" b="0" i="0" u="none" dirty="0" err="1">
                          <a:solidFill>
                            <a:srgbClr val="000000"/>
                          </a:solidFill>
                          <a:latin typeface="+mj-ea"/>
                          <a:ea typeface="+mj-ea"/>
                          <a:cs typeface="Gulimche"/>
                          <a:sym typeface="Gulimche"/>
                        </a:rPr>
                        <a:t>작성일</a:t>
                      </a:r>
                      <a:endParaRPr sz="1000" dirty="0">
                        <a:latin typeface="+mj-ea"/>
                        <a:ea typeface="+mj-ea"/>
                      </a:endParaRPr>
                    </a:p>
                  </a:txBody>
                  <a:tcPr marL="36000" marR="36000" marT="36025" marB="360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0E0E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2026.05.22</a:t>
                      </a:r>
                      <a:endParaRPr sz="1000" dirty="0">
                        <a:latin typeface="+mj-ea"/>
                        <a:ea typeface="+mj-ea"/>
                      </a:endParaRPr>
                    </a:p>
                  </a:txBody>
                  <a:tcPr marL="36000" marR="36000" marT="36025" marB="360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2583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en-US" sz="1000" b="0" i="0" u="none">
                          <a:solidFill>
                            <a:srgbClr val="000000"/>
                          </a:solidFill>
                          <a:latin typeface="+mj-ea"/>
                          <a:ea typeface="+mj-ea"/>
                          <a:cs typeface="Gulimche"/>
                          <a:sym typeface="Gulimche"/>
                        </a:rPr>
                        <a:t>업무대기능명</a:t>
                      </a:r>
                      <a:endParaRPr>
                        <a:latin typeface="+mj-ea"/>
                        <a:ea typeface="+mj-ea"/>
                      </a:endParaRPr>
                    </a:p>
                  </a:txBody>
                  <a:tcPr marL="36000" marR="36000" marT="36025" marB="360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0E0E0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내 게시글 관리</a:t>
                      </a:r>
                      <a:endParaRPr sz="1000" dirty="0">
                        <a:latin typeface="+mj-ea"/>
                        <a:ea typeface="+mj-ea"/>
                      </a:endParaRPr>
                    </a:p>
                  </a:txBody>
                  <a:tcPr marL="36000" marR="36000" marT="36025" marB="360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en-US" sz="1000" b="0" i="0" u="none" dirty="0" err="1">
                          <a:solidFill>
                            <a:srgbClr val="000000"/>
                          </a:solidFill>
                          <a:latin typeface="+mj-ea"/>
                          <a:ea typeface="+mj-ea"/>
                          <a:cs typeface="Gulimche"/>
                          <a:sym typeface="Gulimche"/>
                        </a:rPr>
                        <a:t>작성자</a:t>
                      </a:r>
                      <a:endParaRPr sz="1000" dirty="0">
                        <a:latin typeface="+mj-ea"/>
                        <a:ea typeface="+mj-ea"/>
                      </a:endParaRPr>
                    </a:p>
                  </a:txBody>
                  <a:tcPr marL="36000" marR="36000" marT="36025" marB="360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0E0E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곽민재</a:t>
                      </a:r>
                      <a:endParaRPr sz="1000" dirty="0">
                        <a:latin typeface="+mj-ea"/>
                        <a:ea typeface="+mj-ea"/>
                      </a:endParaRPr>
                    </a:p>
                  </a:txBody>
                  <a:tcPr marL="36000" marR="36000" marT="36025" marB="360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416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en-US" sz="1000" b="0" i="0" u="none">
                          <a:solidFill>
                            <a:srgbClr val="000000"/>
                          </a:solidFill>
                          <a:latin typeface="+mj-ea"/>
                          <a:ea typeface="+mj-ea"/>
                          <a:cs typeface="Gulimche"/>
                          <a:sym typeface="Gulimche"/>
                        </a:rPr>
                        <a:t>화면명</a:t>
                      </a:r>
                      <a:endParaRPr>
                        <a:latin typeface="+mj-ea"/>
                        <a:ea typeface="+mj-ea"/>
                      </a:endParaRPr>
                    </a:p>
                  </a:txBody>
                  <a:tcPr marL="36000" marR="36000" marT="36025" marB="360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0E0E0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내 게시글 조회</a:t>
                      </a:r>
                      <a:endParaRPr sz="1000" dirty="0">
                        <a:latin typeface="+mj-ea"/>
                        <a:ea typeface="+mj-ea"/>
                      </a:endParaRPr>
                    </a:p>
                  </a:txBody>
                  <a:tcPr marL="36000" marR="36000" marT="36025" marB="360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en-US" sz="1000" b="0" i="0" u="none" dirty="0" err="1">
                          <a:solidFill>
                            <a:srgbClr val="000000"/>
                          </a:solidFill>
                          <a:latin typeface="+mj-ea"/>
                          <a:ea typeface="+mj-ea"/>
                          <a:cs typeface="Gulimche"/>
                          <a:sym typeface="Gulimche"/>
                        </a:rPr>
                        <a:t>화면ID</a:t>
                      </a:r>
                      <a:endParaRPr sz="1000" dirty="0">
                        <a:latin typeface="+mj-ea"/>
                        <a:ea typeface="+mj-ea"/>
                      </a:endParaRPr>
                    </a:p>
                  </a:txBody>
                  <a:tcPr marL="36000" marR="36000" marT="36025" marB="360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0E0E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MY_COMMUNITY_PAGE</a:t>
                      </a:r>
                      <a:endParaRPr sz="1000" dirty="0">
                        <a:latin typeface="+mj-ea"/>
                        <a:ea typeface="+mj-ea"/>
                      </a:endParaRPr>
                    </a:p>
                  </a:txBody>
                  <a:tcPr marL="36000" marR="36000" marT="36025" marB="360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9103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en-US" sz="1000" b="0" i="0" u="none">
                          <a:solidFill>
                            <a:srgbClr val="000000"/>
                          </a:solidFill>
                          <a:latin typeface="+mj-ea"/>
                          <a:ea typeface="+mj-ea"/>
                          <a:cs typeface="Gulimche"/>
                          <a:sym typeface="Gulimche"/>
                        </a:rPr>
                        <a:t>화면설명</a:t>
                      </a:r>
                      <a:endParaRPr>
                        <a:latin typeface="+mj-ea"/>
                        <a:ea typeface="+mj-ea"/>
                      </a:endParaRPr>
                    </a:p>
                  </a:txBody>
                  <a:tcPr marL="36000" marR="36000" marT="36025" marB="360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0E0E0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로그인 사용자가 작성한 게시글을 조회하는 화면이다</a:t>
                      </a:r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.</a:t>
                      </a:r>
                      <a:endParaRPr sz="1000" dirty="0">
                        <a:latin typeface="+mj-ea"/>
                        <a:ea typeface="+mj-ea"/>
                      </a:endParaRPr>
                    </a:p>
                  </a:txBody>
                  <a:tcPr marL="36000" marR="36000" marT="36025" marB="360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999136">
                <a:tc gridSpan="5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000" dirty="0">
                        <a:solidFill>
                          <a:schemeClr val="dk1"/>
                        </a:solidFill>
                        <a:latin typeface="+mj-ea"/>
                        <a:ea typeface="+mj-ea"/>
                        <a:cs typeface="Gulim"/>
                        <a:sym typeface="Gulim"/>
                      </a:endParaRPr>
                    </a:p>
                  </a:txBody>
                  <a:tcPr marL="36000" marR="36000" marT="36025" marB="36025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807406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ko-KR" altLang="en-US" sz="1000" b="0" i="0" u="none" dirty="0">
                          <a:solidFill>
                            <a:srgbClr val="000000"/>
                          </a:solidFill>
                          <a:latin typeface="+mj-ea"/>
                          <a:ea typeface="+mj-ea"/>
                          <a:cs typeface="Gulimche"/>
                          <a:sym typeface="Gulimche"/>
                        </a:rPr>
                        <a:t>구성요소</a:t>
                      </a:r>
                      <a:endParaRPr lang="ko-KR" altLang="en-US" sz="1000" b="0" i="0" u="none" dirty="0">
                        <a:solidFill>
                          <a:schemeClr val="dk1"/>
                        </a:solidFill>
                        <a:latin typeface="+mj-ea"/>
                        <a:ea typeface="+mj-ea"/>
                        <a:cs typeface="Gulimche"/>
                        <a:sym typeface="Gulimche"/>
                      </a:endParaRPr>
                    </a:p>
                    <a:p>
                      <a:pPr marL="0" marR="0" lvl="0" indent="0" algn="ctr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ko-KR" altLang="en-US" sz="1000" b="0" i="0" u="none" dirty="0">
                          <a:solidFill>
                            <a:srgbClr val="000000"/>
                          </a:solidFill>
                          <a:latin typeface="+mj-ea"/>
                          <a:ea typeface="+mj-ea"/>
                          <a:cs typeface="Gulimche"/>
                          <a:sym typeface="Gulimche"/>
                        </a:rPr>
                        <a:t>설명</a:t>
                      </a:r>
                      <a:endParaRPr lang="ko-KR" altLang="en-US" dirty="0">
                        <a:latin typeface="+mj-ea"/>
                        <a:ea typeface="+mj-ea"/>
                      </a:endParaRPr>
                    </a:p>
                  </a:txBody>
                  <a:tcPr marL="91450" marR="91450" marT="45750" marB="45750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0E0E0"/>
                    </a:solidFill>
                  </a:tcPr>
                </a:tc>
                <a:tc gridSpan="4">
                  <a:txBody>
                    <a:bodyPr/>
                    <a:lstStyle/>
                    <a:p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1. </a:t>
                      </a: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내 게시글 목록 조회</a:t>
                      </a:r>
                      <a:endParaRPr lang="en-US" altLang="ko-KR" sz="1000" dirty="0">
                        <a:latin typeface="+mj-ea"/>
                        <a:ea typeface="+mj-ea"/>
                      </a:endParaRPr>
                    </a:p>
                    <a:p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 </a:t>
                      </a:r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- </a:t>
                      </a: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로그인 사용자가 작성한 게시글만 출력한다</a:t>
                      </a:r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.</a:t>
                      </a:r>
                    </a:p>
                    <a:p>
                      <a:endParaRPr lang="en-US" altLang="ko-KR" sz="1000" dirty="0">
                        <a:latin typeface="+mj-ea"/>
                        <a:ea typeface="+mj-ea"/>
                      </a:endParaRPr>
                    </a:p>
                    <a:p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2. </a:t>
                      </a:r>
                      <a:r>
                        <a:rPr lang="ko-KR" altLang="en-US" sz="1000" dirty="0" err="1">
                          <a:latin typeface="+mj-ea"/>
                          <a:ea typeface="+mj-ea"/>
                        </a:rPr>
                        <a:t>최신순</a:t>
                      </a: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 정렬</a:t>
                      </a:r>
                      <a:endParaRPr lang="en-US" altLang="ko-KR" sz="1000" dirty="0">
                        <a:latin typeface="+mj-ea"/>
                        <a:ea typeface="+mj-ea"/>
                      </a:endParaRPr>
                    </a:p>
                    <a:p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 </a:t>
                      </a:r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- </a:t>
                      </a: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최근 작성 게시글을 우선 출력한다</a:t>
                      </a:r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.</a:t>
                      </a:r>
                    </a:p>
                    <a:p>
                      <a:endParaRPr lang="en-US" altLang="ko-KR" sz="1000" dirty="0">
                        <a:latin typeface="+mj-ea"/>
                        <a:ea typeface="+mj-ea"/>
                      </a:endParaRPr>
                    </a:p>
                    <a:p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3. </a:t>
                      </a: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게시글 정보</a:t>
                      </a:r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 </a:t>
                      </a: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출력</a:t>
                      </a:r>
                    </a:p>
                    <a:p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 </a:t>
                      </a:r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- </a:t>
                      </a: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카테고리</a:t>
                      </a:r>
                    </a:p>
                    <a:p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 </a:t>
                      </a:r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- </a:t>
                      </a: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작성일</a:t>
                      </a:r>
                    </a:p>
                    <a:p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 </a:t>
                      </a:r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- </a:t>
                      </a: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조회수</a:t>
                      </a:r>
                    </a:p>
                    <a:p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 </a:t>
                      </a:r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- </a:t>
                      </a: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좋아요 수</a:t>
                      </a:r>
                      <a:endParaRPr lang="en-US" altLang="ko-KR" sz="1000" dirty="0">
                        <a:latin typeface="+mj-ea"/>
                        <a:ea typeface="+mj-ea"/>
                      </a:endParaRPr>
                    </a:p>
                    <a:p>
                      <a:endParaRPr lang="ko-KR" altLang="en-US" sz="1000" dirty="0">
                        <a:latin typeface="+mj-ea"/>
                        <a:ea typeface="+mj-ea"/>
                      </a:endParaRPr>
                    </a:p>
                    <a:p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4. </a:t>
                      </a: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게시글 상세 이동</a:t>
                      </a:r>
                      <a:endParaRPr lang="en-US" altLang="ko-KR" sz="1000" dirty="0">
                        <a:latin typeface="+mj-ea"/>
                        <a:ea typeface="+mj-ea"/>
                      </a:endParaRPr>
                    </a:p>
                    <a:p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 </a:t>
                      </a:r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- </a:t>
                      </a: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게시글 클릭 시 상세 페이지 이동한다</a:t>
                      </a:r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.</a:t>
                      </a:r>
                    </a:p>
                    <a:p>
                      <a:endParaRPr lang="en-US" altLang="ko-KR" sz="1000" dirty="0">
                        <a:latin typeface="+mj-ea"/>
                        <a:ea typeface="+mj-ea"/>
                      </a:endParaRPr>
                    </a:p>
                    <a:p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5. </a:t>
                      </a:r>
                      <a:r>
                        <a:rPr lang="ko-KR" altLang="en-US" sz="1000" dirty="0" err="1">
                          <a:latin typeface="+mj-ea"/>
                          <a:ea typeface="+mj-ea"/>
                        </a:rPr>
                        <a:t>페이징</a:t>
                      </a: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 처리</a:t>
                      </a:r>
                      <a:endParaRPr lang="en-US" altLang="ko-KR" sz="1000" dirty="0">
                        <a:latin typeface="+mj-ea"/>
                        <a:ea typeface="+mj-ea"/>
                      </a:endParaRPr>
                    </a:p>
                    <a:p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 </a:t>
                      </a:r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- </a:t>
                      </a: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이전</a:t>
                      </a:r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/</a:t>
                      </a: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다음 버튼 및 페이지 번호 지원한다</a:t>
                      </a:r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.</a:t>
                      </a:r>
                    </a:p>
                    <a:p>
                      <a:pPr marL="0" marR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endParaRPr lang="ko-KR" altLang="en-US" sz="1000" dirty="0">
                        <a:latin typeface="+mj-ea"/>
                        <a:ea typeface="+mj-ea"/>
                      </a:endParaRPr>
                    </a:p>
                  </a:txBody>
                  <a:tcPr marL="91450" marR="91450" marT="45750" marB="4575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pic>
        <p:nvPicPr>
          <p:cNvPr id="3" name="그림 2">
            <a:extLst>
              <a:ext uri="{FF2B5EF4-FFF2-40B4-BE49-F238E27FC236}">
                <a16:creationId xmlns:a16="http://schemas.microsoft.com/office/drawing/2014/main" id="{97A0CEEF-007A-4FAE-BBE3-3D844328BD1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1200" y="2203224"/>
            <a:ext cx="5651500" cy="4540476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sp>
        <p:nvSpPr>
          <p:cNvPr id="4" name="말풍선: 타원형 3">
            <a:extLst>
              <a:ext uri="{FF2B5EF4-FFF2-40B4-BE49-F238E27FC236}">
                <a16:creationId xmlns:a16="http://schemas.microsoft.com/office/drawing/2014/main" id="{DDC40B5D-4720-498E-B38F-49A899912DEB}"/>
              </a:ext>
            </a:extLst>
          </p:cNvPr>
          <p:cNvSpPr/>
          <p:nvPr/>
        </p:nvSpPr>
        <p:spPr>
          <a:xfrm>
            <a:off x="3429000" y="2914650"/>
            <a:ext cx="1598650" cy="393700"/>
          </a:xfrm>
          <a:prstGeom prst="wedgeEllipseCallout">
            <a:avLst>
              <a:gd name="adj1" fmla="val 62004"/>
              <a:gd name="adj2" fmla="val -34275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>
                <a:solidFill>
                  <a:schemeClr val="tx1"/>
                </a:solidFill>
              </a:rPr>
              <a:t>작성하기 페이지로 이동</a:t>
            </a:r>
          </a:p>
        </p:txBody>
      </p:sp>
      <p:sp>
        <p:nvSpPr>
          <p:cNvPr id="5" name="말풍선: 타원형 4">
            <a:extLst>
              <a:ext uri="{FF2B5EF4-FFF2-40B4-BE49-F238E27FC236}">
                <a16:creationId xmlns:a16="http://schemas.microsoft.com/office/drawing/2014/main" id="{EF45B6CA-D94C-4C9D-8FDE-EF4682846EC5}"/>
              </a:ext>
            </a:extLst>
          </p:cNvPr>
          <p:cNvSpPr/>
          <p:nvPr/>
        </p:nvSpPr>
        <p:spPr>
          <a:xfrm>
            <a:off x="5416088" y="3175000"/>
            <a:ext cx="1854200" cy="393700"/>
          </a:xfrm>
          <a:prstGeom prst="wedgeEllipseCallout">
            <a:avLst>
              <a:gd name="adj1" fmla="val -38887"/>
              <a:gd name="adj2" fmla="val 97983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>
                <a:solidFill>
                  <a:schemeClr val="tx1"/>
                </a:solidFill>
              </a:rPr>
              <a:t>게시글 상세페이지로 이동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224642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1" name="Google Shape;61;p2"/>
          <p:cNvGraphicFramePr/>
          <p:nvPr>
            <p:extLst>
              <p:ext uri="{D42A27DB-BD31-4B8C-83A1-F6EECF244321}">
                <p14:modId xmlns:p14="http://schemas.microsoft.com/office/powerpoint/2010/main" val="2430594215"/>
              </p:ext>
            </p:extLst>
          </p:nvPr>
        </p:nvGraphicFramePr>
        <p:xfrm>
          <a:off x="399275" y="268911"/>
          <a:ext cx="6059450" cy="9366971"/>
        </p:xfrm>
        <a:graphic>
          <a:graphicData uri="http://schemas.openxmlformats.org/drawingml/2006/table">
            <a:tbl>
              <a:tblPr>
                <a:noFill/>
                <a:tableStyleId>{69A28E38-3AA5-4339-A1BF-AE6ADF5D02B0}</a:tableStyleId>
              </a:tblPr>
              <a:tblGrid>
                <a:gridCol w="965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25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558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080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64782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22275">
                <a:tc gridSpan="5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000"/>
                        <a:buFont typeface="Gulimche"/>
                        <a:buNone/>
                      </a:pPr>
                      <a:r>
                        <a:rPr lang="en-US" sz="2000" b="1" i="0" u="none" dirty="0" err="1">
                          <a:solidFill>
                            <a:srgbClr val="000000"/>
                          </a:solidFill>
                          <a:latin typeface="+mj-ea"/>
                          <a:ea typeface="+mj-ea"/>
                          <a:cs typeface="Gulimche"/>
                          <a:sym typeface="Gulimche"/>
                        </a:rPr>
                        <a:t>화면정의서</a:t>
                      </a:r>
                      <a:endParaRPr dirty="0">
                        <a:latin typeface="+mj-ea"/>
                        <a:ea typeface="+mj-ea"/>
                      </a:endParaRPr>
                    </a:p>
                  </a:txBody>
                  <a:tcPr marL="91450" marR="91450" marT="45750" marB="45750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C0C0C0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7325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en-US" sz="1000" b="0" i="0" u="none">
                          <a:solidFill>
                            <a:srgbClr val="000000"/>
                          </a:solidFill>
                          <a:latin typeface="+mj-ea"/>
                          <a:ea typeface="+mj-ea"/>
                          <a:cs typeface="Gulimche"/>
                          <a:sym typeface="Gulimche"/>
                        </a:rPr>
                        <a:t>업무명</a:t>
                      </a:r>
                      <a:endParaRPr>
                        <a:latin typeface="+mj-ea"/>
                        <a:ea typeface="+mj-ea"/>
                      </a:endParaRPr>
                    </a:p>
                  </a:txBody>
                  <a:tcPr marL="36000" marR="36000" marT="36025" marB="360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0E0E0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고객지원</a:t>
                      </a:r>
                      <a:endParaRPr sz="1000" dirty="0">
                        <a:latin typeface="+mj-ea"/>
                        <a:ea typeface="+mj-ea"/>
                      </a:endParaRPr>
                    </a:p>
                  </a:txBody>
                  <a:tcPr marL="36000" marR="36000" marT="36025" marB="360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en-US" sz="1000" b="0" i="0" u="none" dirty="0" err="1">
                          <a:solidFill>
                            <a:srgbClr val="000000"/>
                          </a:solidFill>
                          <a:latin typeface="+mj-ea"/>
                          <a:ea typeface="+mj-ea"/>
                          <a:cs typeface="Gulimche"/>
                          <a:sym typeface="Gulimche"/>
                        </a:rPr>
                        <a:t>작성일</a:t>
                      </a:r>
                      <a:endParaRPr sz="1000" dirty="0">
                        <a:latin typeface="+mj-ea"/>
                        <a:ea typeface="+mj-ea"/>
                      </a:endParaRPr>
                    </a:p>
                  </a:txBody>
                  <a:tcPr marL="36000" marR="36000" marT="36025" marB="360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0E0E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2026.05.22</a:t>
                      </a:r>
                      <a:endParaRPr sz="1000" dirty="0">
                        <a:latin typeface="+mj-ea"/>
                        <a:ea typeface="+mj-ea"/>
                      </a:endParaRPr>
                    </a:p>
                  </a:txBody>
                  <a:tcPr marL="36000" marR="36000" marT="36025" marB="360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685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en-US" sz="1000" b="0" i="0" u="none">
                          <a:solidFill>
                            <a:srgbClr val="000000"/>
                          </a:solidFill>
                          <a:latin typeface="+mj-ea"/>
                          <a:ea typeface="+mj-ea"/>
                          <a:cs typeface="Gulimche"/>
                          <a:sym typeface="Gulimche"/>
                        </a:rPr>
                        <a:t>업무대기능명</a:t>
                      </a:r>
                      <a:endParaRPr>
                        <a:latin typeface="+mj-ea"/>
                        <a:ea typeface="+mj-ea"/>
                      </a:endParaRPr>
                    </a:p>
                  </a:txBody>
                  <a:tcPr marL="36000" marR="36000" marT="36025" marB="360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0E0E0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문의조회관리</a:t>
                      </a:r>
                      <a:endParaRPr sz="1000" dirty="0">
                        <a:latin typeface="+mj-ea"/>
                        <a:ea typeface="+mj-ea"/>
                      </a:endParaRPr>
                    </a:p>
                  </a:txBody>
                  <a:tcPr marL="36000" marR="36000" marT="36025" marB="360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en-US" sz="1000" b="0" i="0" u="none" dirty="0" err="1">
                          <a:solidFill>
                            <a:srgbClr val="000000"/>
                          </a:solidFill>
                          <a:latin typeface="+mj-ea"/>
                          <a:ea typeface="+mj-ea"/>
                          <a:cs typeface="Gulimche"/>
                          <a:sym typeface="Gulimche"/>
                        </a:rPr>
                        <a:t>작성자</a:t>
                      </a:r>
                      <a:endParaRPr sz="1000" dirty="0">
                        <a:latin typeface="+mj-ea"/>
                        <a:ea typeface="+mj-ea"/>
                      </a:endParaRPr>
                    </a:p>
                  </a:txBody>
                  <a:tcPr marL="36000" marR="36000" marT="36025" marB="360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0E0E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곽민재</a:t>
                      </a:r>
                      <a:endParaRPr sz="1000" dirty="0">
                        <a:latin typeface="+mj-ea"/>
                        <a:ea typeface="+mj-ea"/>
                      </a:endParaRPr>
                    </a:p>
                  </a:txBody>
                  <a:tcPr marL="36000" marR="36000" marT="36025" marB="360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845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en-US" sz="1000" b="0" i="0" u="none">
                          <a:solidFill>
                            <a:srgbClr val="000000"/>
                          </a:solidFill>
                          <a:latin typeface="+mj-ea"/>
                          <a:ea typeface="+mj-ea"/>
                          <a:cs typeface="Gulimche"/>
                          <a:sym typeface="Gulimche"/>
                        </a:rPr>
                        <a:t>화면명</a:t>
                      </a:r>
                      <a:endParaRPr>
                        <a:latin typeface="+mj-ea"/>
                        <a:ea typeface="+mj-ea"/>
                      </a:endParaRPr>
                    </a:p>
                  </a:txBody>
                  <a:tcPr marL="36000" marR="36000" marT="36025" marB="360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0E0E0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내 문의사항 조회</a:t>
                      </a:r>
                      <a:endParaRPr sz="1000" dirty="0">
                        <a:latin typeface="+mj-ea"/>
                        <a:ea typeface="+mj-ea"/>
                      </a:endParaRPr>
                    </a:p>
                  </a:txBody>
                  <a:tcPr marL="36000" marR="36000" marT="36025" marB="360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en-US" sz="1000" b="0" i="0" u="none" dirty="0" err="1">
                          <a:solidFill>
                            <a:srgbClr val="000000"/>
                          </a:solidFill>
                          <a:latin typeface="+mj-ea"/>
                          <a:ea typeface="+mj-ea"/>
                          <a:cs typeface="Gulimche"/>
                          <a:sym typeface="Gulimche"/>
                        </a:rPr>
                        <a:t>화면ID</a:t>
                      </a:r>
                      <a:endParaRPr sz="1000" dirty="0">
                        <a:latin typeface="+mj-ea"/>
                        <a:ea typeface="+mj-ea"/>
                      </a:endParaRPr>
                    </a:p>
                  </a:txBody>
                  <a:tcPr marL="36000" marR="36000" marT="36025" marB="360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0E0E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MY_INQUIRY_PAGE</a:t>
                      </a:r>
                      <a:endParaRPr sz="1000" dirty="0">
                        <a:latin typeface="+mj-ea"/>
                        <a:ea typeface="+mj-ea"/>
                      </a:endParaRPr>
                    </a:p>
                  </a:txBody>
                  <a:tcPr marL="36000" marR="36000" marT="36025" marB="360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95275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en-US" sz="1000" b="0" i="0" u="none">
                          <a:solidFill>
                            <a:srgbClr val="000000"/>
                          </a:solidFill>
                          <a:latin typeface="+mj-ea"/>
                          <a:ea typeface="+mj-ea"/>
                          <a:cs typeface="Gulimche"/>
                          <a:sym typeface="Gulimche"/>
                        </a:rPr>
                        <a:t>화면설명</a:t>
                      </a:r>
                      <a:endParaRPr>
                        <a:latin typeface="+mj-ea"/>
                        <a:ea typeface="+mj-ea"/>
                      </a:endParaRPr>
                    </a:p>
                  </a:txBody>
                  <a:tcPr marL="36000" marR="36000" marT="36025" marB="360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0E0E0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사용자가 등록한 문의사항 목록을 조회하는 화면이다</a:t>
                      </a:r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.</a:t>
                      </a:r>
                      <a:endParaRPr sz="1000" dirty="0">
                        <a:latin typeface="+mj-ea"/>
                        <a:ea typeface="+mj-ea"/>
                      </a:endParaRPr>
                    </a:p>
                  </a:txBody>
                  <a:tcPr marL="36000" marR="36000" marT="36025" marB="360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072050">
                <a:tc gridSpan="5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000" dirty="0">
                        <a:solidFill>
                          <a:schemeClr val="dk1"/>
                        </a:solidFill>
                        <a:latin typeface="+mj-ea"/>
                        <a:ea typeface="+mj-ea"/>
                        <a:cs typeface="Gulim"/>
                        <a:sym typeface="Gulim"/>
                      </a:endParaRPr>
                    </a:p>
                  </a:txBody>
                  <a:tcPr marL="36000" marR="36000" marT="36025" marB="36025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28600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ko-KR" altLang="en-US" sz="1000" b="0" i="0" u="none" dirty="0">
                          <a:solidFill>
                            <a:srgbClr val="000000"/>
                          </a:solidFill>
                          <a:latin typeface="+mj-ea"/>
                          <a:ea typeface="+mj-ea"/>
                          <a:cs typeface="Gulimche"/>
                          <a:sym typeface="Gulimche"/>
                        </a:rPr>
                        <a:t>구성요소</a:t>
                      </a:r>
                      <a:endParaRPr lang="ko-KR" altLang="en-US" sz="1000" b="0" i="0" u="none" dirty="0">
                        <a:solidFill>
                          <a:schemeClr val="dk1"/>
                        </a:solidFill>
                        <a:latin typeface="+mj-ea"/>
                        <a:ea typeface="+mj-ea"/>
                        <a:cs typeface="Gulimche"/>
                        <a:sym typeface="Gulimche"/>
                      </a:endParaRPr>
                    </a:p>
                    <a:p>
                      <a:pPr marL="0" marR="0" lvl="0" indent="0" algn="ctr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ko-KR" altLang="en-US" sz="1000" b="0" i="0" u="none" dirty="0">
                          <a:solidFill>
                            <a:srgbClr val="000000"/>
                          </a:solidFill>
                          <a:latin typeface="+mj-ea"/>
                          <a:ea typeface="+mj-ea"/>
                          <a:cs typeface="Gulimche"/>
                          <a:sym typeface="Gulimche"/>
                        </a:rPr>
                        <a:t>설명</a:t>
                      </a:r>
                      <a:endParaRPr lang="ko-KR" altLang="en-US" dirty="0">
                        <a:latin typeface="+mj-ea"/>
                        <a:ea typeface="+mj-ea"/>
                      </a:endParaRPr>
                    </a:p>
                  </a:txBody>
                  <a:tcPr marL="91450" marR="91450" marT="45750" marB="45750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0E0E0"/>
                    </a:solidFill>
                  </a:tcPr>
                </a:tc>
                <a:tc gridSpan="4">
                  <a:txBody>
                    <a:bodyPr/>
                    <a:lstStyle/>
                    <a:p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1. </a:t>
                      </a: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내 문의사항 목록 조회</a:t>
                      </a:r>
                      <a:endParaRPr lang="en-US" altLang="ko-KR" sz="1000" dirty="0">
                        <a:latin typeface="+mj-ea"/>
                        <a:ea typeface="+mj-ea"/>
                      </a:endParaRPr>
                    </a:p>
                    <a:p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 </a:t>
                      </a:r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- </a:t>
                      </a: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로그인 사용자의 문의사항만 출력한다</a:t>
                      </a:r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.</a:t>
                      </a:r>
                    </a:p>
                    <a:p>
                      <a:endParaRPr lang="en-US" altLang="ko-KR" sz="1000" dirty="0">
                        <a:latin typeface="+mj-ea"/>
                        <a:ea typeface="+mj-ea"/>
                      </a:endParaRPr>
                    </a:p>
                    <a:p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2. </a:t>
                      </a:r>
                      <a:r>
                        <a:rPr lang="ko-KR" altLang="en-US" sz="1000" dirty="0" err="1">
                          <a:latin typeface="+mj-ea"/>
                          <a:ea typeface="+mj-ea"/>
                        </a:rPr>
                        <a:t>최신순</a:t>
                      </a: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 정렬</a:t>
                      </a:r>
                      <a:endParaRPr lang="en-US" altLang="ko-KR" sz="1000" dirty="0">
                        <a:latin typeface="+mj-ea"/>
                        <a:ea typeface="+mj-ea"/>
                      </a:endParaRPr>
                    </a:p>
                    <a:p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 </a:t>
                      </a:r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- </a:t>
                      </a: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최근 등록 문의사항이 상단에 표시된다</a:t>
                      </a:r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.</a:t>
                      </a:r>
                    </a:p>
                    <a:p>
                      <a:endParaRPr lang="en-US" altLang="ko-KR" sz="1000" dirty="0">
                        <a:latin typeface="+mj-ea"/>
                        <a:ea typeface="+mj-ea"/>
                      </a:endParaRPr>
                    </a:p>
                    <a:p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3. </a:t>
                      </a: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문의사항 정보 출력</a:t>
                      </a:r>
                      <a:endParaRPr lang="en-US" altLang="ko-KR" sz="1000" dirty="0">
                        <a:latin typeface="+mj-ea"/>
                        <a:ea typeface="+mj-ea"/>
                      </a:endParaRPr>
                    </a:p>
                    <a:p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 </a:t>
                      </a:r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- </a:t>
                      </a: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제목</a:t>
                      </a:r>
                    </a:p>
                    <a:p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 </a:t>
                      </a:r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- </a:t>
                      </a: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문의내용</a:t>
                      </a:r>
                    </a:p>
                    <a:p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 </a:t>
                      </a:r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- </a:t>
                      </a: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작성일</a:t>
                      </a:r>
                    </a:p>
                    <a:p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 </a:t>
                      </a:r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- </a:t>
                      </a: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문의사항 작성 이동</a:t>
                      </a:r>
                      <a:endParaRPr lang="en-US" altLang="ko-KR" sz="1000" dirty="0">
                        <a:latin typeface="+mj-ea"/>
                        <a:ea typeface="+mj-ea"/>
                      </a:endParaRPr>
                    </a:p>
                    <a:p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 </a:t>
                      </a:r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- </a:t>
                      </a: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문의사항 작성하기 버튼 클릭 시 고객센터 페이지 이동한다</a:t>
                      </a:r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.</a:t>
                      </a:r>
                    </a:p>
                    <a:p>
                      <a:endParaRPr lang="en-US" altLang="ko-KR" sz="1000" dirty="0">
                        <a:latin typeface="+mj-ea"/>
                        <a:ea typeface="+mj-ea"/>
                      </a:endParaRPr>
                    </a:p>
                    <a:p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4. </a:t>
                      </a:r>
                      <a:r>
                        <a:rPr lang="ko-KR" altLang="en-US" sz="1000" dirty="0" err="1">
                          <a:latin typeface="+mj-ea"/>
                          <a:ea typeface="+mj-ea"/>
                        </a:rPr>
                        <a:t>페이징</a:t>
                      </a: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 처리</a:t>
                      </a:r>
                      <a:endParaRPr lang="en-US" altLang="ko-KR" sz="1000" dirty="0">
                        <a:latin typeface="+mj-ea"/>
                        <a:ea typeface="+mj-ea"/>
                      </a:endParaRPr>
                    </a:p>
                    <a:p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 </a:t>
                      </a:r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- </a:t>
                      </a: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페이지 번호 이동 가능하다</a:t>
                      </a:r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.</a:t>
                      </a:r>
                    </a:p>
                    <a:p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 - </a:t>
                      </a: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이전</a:t>
                      </a:r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/</a:t>
                      </a: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다음 버튼 지원한다</a:t>
                      </a:r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.</a:t>
                      </a:r>
                    </a:p>
                    <a:p>
                      <a:pPr marL="0" marR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endParaRPr lang="ko-KR" altLang="en-US" sz="1000" dirty="0">
                        <a:latin typeface="+mj-ea"/>
                        <a:ea typeface="+mj-ea"/>
                      </a:endParaRPr>
                    </a:p>
                  </a:txBody>
                  <a:tcPr marL="91450" marR="91450" marT="45750" marB="4575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pic>
        <p:nvPicPr>
          <p:cNvPr id="5" name="그림 4">
            <a:extLst>
              <a:ext uri="{FF2B5EF4-FFF2-40B4-BE49-F238E27FC236}">
                <a16:creationId xmlns:a16="http://schemas.microsoft.com/office/drawing/2014/main" id="{7C96154F-BAFD-447D-9177-32297FAAF88F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r="4938" b="3545"/>
          <a:stretch/>
        </p:blipFill>
        <p:spPr>
          <a:xfrm>
            <a:off x="561587" y="2145277"/>
            <a:ext cx="5760225" cy="4560323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sp>
        <p:nvSpPr>
          <p:cNvPr id="7" name="말풍선: 타원형 6">
            <a:extLst>
              <a:ext uri="{FF2B5EF4-FFF2-40B4-BE49-F238E27FC236}">
                <a16:creationId xmlns:a16="http://schemas.microsoft.com/office/drawing/2014/main" id="{BB916133-AEA0-442F-B859-49E3D8575942}"/>
              </a:ext>
            </a:extLst>
          </p:cNvPr>
          <p:cNvSpPr/>
          <p:nvPr/>
        </p:nvSpPr>
        <p:spPr>
          <a:xfrm>
            <a:off x="3530601" y="2781300"/>
            <a:ext cx="1587500" cy="495300"/>
          </a:xfrm>
          <a:prstGeom prst="wedgeEllipseCallout">
            <a:avLst>
              <a:gd name="adj1" fmla="val 66037"/>
              <a:gd name="adj2" fmla="val -6069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>
                <a:solidFill>
                  <a:schemeClr val="tx1"/>
                </a:solidFill>
              </a:rPr>
              <a:t>작성하기 페이지로 이동</a:t>
            </a:r>
          </a:p>
        </p:txBody>
      </p:sp>
    </p:spTree>
    <p:extLst>
      <p:ext uri="{BB962C8B-B14F-4D97-AF65-F5344CB8AC3E}">
        <p14:creationId xmlns:p14="http://schemas.microsoft.com/office/powerpoint/2010/main" val="401504826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1" name="Google Shape;61;p2"/>
          <p:cNvGraphicFramePr/>
          <p:nvPr>
            <p:extLst>
              <p:ext uri="{D42A27DB-BD31-4B8C-83A1-F6EECF244321}">
                <p14:modId xmlns:p14="http://schemas.microsoft.com/office/powerpoint/2010/main" val="1290662652"/>
              </p:ext>
            </p:extLst>
          </p:nvPr>
        </p:nvGraphicFramePr>
        <p:xfrm>
          <a:off x="520700" y="166837"/>
          <a:ext cx="6059450" cy="9571119"/>
        </p:xfrm>
        <a:graphic>
          <a:graphicData uri="http://schemas.openxmlformats.org/drawingml/2006/table">
            <a:tbl>
              <a:tblPr>
                <a:noFill/>
                <a:tableStyleId>{69A28E38-3AA5-4339-A1BF-AE6ADF5D02B0}</a:tableStyleId>
              </a:tblPr>
              <a:tblGrid>
                <a:gridCol w="965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25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558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080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64782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15905">
                <a:tc gridSpan="5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000"/>
                        <a:buFont typeface="Gulimche"/>
                        <a:buNone/>
                      </a:pPr>
                      <a:r>
                        <a:rPr lang="en-US" sz="2000" b="1" i="0" u="none" dirty="0" err="1">
                          <a:solidFill>
                            <a:srgbClr val="000000"/>
                          </a:solidFill>
                          <a:latin typeface="+mj-ea"/>
                          <a:ea typeface="+mj-ea"/>
                          <a:cs typeface="Gulimche"/>
                          <a:sym typeface="Gulimche"/>
                        </a:rPr>
                        <a:t>화면정의서</a:t>
                      </a:r>
                      <a:endParaRPr dirty="0">
                        <a:latin typeface="+mj-ea"/>
                        <a:ea typeface="+mj-ea"/>
                      </a:endParaRPr>
                    </a:p>
                  </a:txBody>
                  <a:tcPr marL="91450" marR="91450" marT="45750" marB="45750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C0C0C0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2991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en-US" sz="1000" b="0" i="0" u="none">
                          <a:solidFill>
                            <a:srgbClr val="000000"/>
                          </a:solidFill>
                          <a:latin typeface="+mj-ea"/>
                          <a:ea typeface="+mj-ea"/>
                          <a:cs typeface="Gulimche"/>
                          <a:sym typeface="Gulimche"/>
                        </a:rPr>
                        <a:t>업무명</a:t>
                      </a:r>
                      <a:endParaRPr>
                        <a:latin typeface="+mj-ea"/>
                        <a:ea typeface="+mj-ea"/>
                      </a:endParaRPr>
                    </a:p>
                  </a:txBody>
                  <a:tcPr marL="36000" marR="36000" marT="36025" marB="360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0E0E0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사용자관리</a:t>
                      </a:r>
                      <a:endParaRPr sz="1000" dirty="0">
                        <a:latin typeface="+mj-ea"/>
                        <a:ea typeface="+mj-ea"/>
                      </a:endParaRPr>
                    </a:p>
                  </a:txBody>
                  <a:tcPr marL="36000" marR="36000" marT="36025" marB="360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en-US" sz="1000" b="0" i="0" u="none" dirty="0" err="1">
                          <a:solidFill>
                            <a:srgbClr val="000000"/>
                          </a:solidFill>
                          <a:latin typeface="+mj-ea"/>
                          <a:ea typeface="+mj-ea"/>
                          <a:cs typeface="Gulimche"/>
                          <a:sym typeface="Gulimche"/>
                        </a:rPr>
                        <a:t>작성일</a:t>
                      </a:r>
                      <a:endParaRPr sz="1000" dirty="0">
                        <a:latin typeface="+mj-ea"/>
                        <a:ea typeface="+mj-ea"/>
                      </a:endParaRPr>
                    </a:p>
                  </a:txBody>
                  <a:tcPr marL="36000" marR="36000" marT="36025" marB="360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0E0E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2026.05.22</a:t>
                      </a:r>
                      <a:endParaRPr sz="1000" dirty="0">
                        <a:latin typeface="+mj-ea"/>
                        <a:ea typeface="+mj-ea"/>
                      </a:endParaRPr>
                    </a:p>
                  </a:txBody>
                  <a:tcPr marL="36000" marR="36000" marT="36025" marB="360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2372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en-US" sz="1000" b="0" i="0" u="none">
                          <a:solidFill>
                            <a:srgbClr val="000000"/>
                          </a:solidFill>
                          <a:latin typeface="+mj-ea"/>
                          <a:ea typeface="+mj-ea"/>
                          <a:cs typeface="Gulimche"/>
                          <a:sym typeface="Gulimche"/>
                        </a:rPr>
                        <a:t>업무대기능명</a:t>
                      </a:r>
                      <a:endParaRPr>
                        <a:latin typeface="+mj-ea"/>
                        <a:ea typeface="+mj-ea"/>
                      </a:endParaRPr>
                    </a:p>
                  </a:txBody>
                  <a:tcPr marL="36000" marR="36000" marT="36025" marB="360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0E0E0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회원정보관리</a:t>
                      </a:r>
                      <a:endParaRPr sz="1000" dirty="0">
                        <a:latin typeface="+mj-ea"/>
                        <a:ea typeface="+mj-ea"/>
                      </a:endParaRPr>
                    </a:p>
                  </a:txBody>
                  <a:tcPr marL="36000" marR="36000" marT="36025" marB="360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en-US" sz="1000" b="0" i="0" u="none" dirty="0" err="1">
                          <a:solidFill>
                            <a:srgbClr val="000000"/>
                          </a:solidFill>
                          <a:latin typeface="+mj-ea"/>
                          <a:ea typeface="+mj-ea"/>
                          <a:cs typeface="Gulimche"/>
                          <a:sym typeface="Gulimche"/>
                        </a:rPr>
                        <a:t>작성자</a:t>
                      </a:r>
                      <a:endParaRPr sz="1000" dirty="0">
                        <a:latin typeface="+mj-ea"/>
                        <a:ea typeface="+mj-ea"/>
                      </a:endParaRPr>
                    </a:p>
                  </a:txBody>
                  <a:tcPr marL="36000" marR="36000" marT="36025" marB="360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0E0E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곽민재</a:t>
                      </a:r>
                      <a:endParaRPr sz="1000" dirty="0">
                        <a:latin typeface="+mj-ea"/>
                        <a:ea typeface="+mj-ea"/>
                      </a:endParaRPr>
                    </a:p>
                  </a:txBody>
                  <a:tcPr marL="36000" marR="36000" marT="36025" marB="360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3948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en-US" sz="1000" b="0" i="0" u="none">
                          <a:solidFill>
                            <a:srgbClr val="000000"/>
                          </a:solidFill>
                          <a:latin typeface="+mj-ea"/>
                          <a:ea typeface="+mj-ea"/>
                          <a:cs typeface="Gulimche"/>
                          <a:sym typeface="Gulimche"/>
                        </a:rPr>
                        <a:t>화면명</a:t>
                      </a:r>
                      <a:endParaRPr>
                        <a:latin typeface="+mj-ea"/>
                        <a:ea typeface="+mj-ea"/>
                      </a:endParaRPr>
                    </a:p>
                  </a:txBody>
                  <a:tcPr marL="36000" marR="36000" marT="36025" marB="360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0E0E0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회원 정보 수정</a:t>
                      </a:r>
                      <a:endParaRPr sz="1000" dirty="0">
                        <a:latin typeface="+mj-ea"/>
                        <a:ea typeface="+mj-ea"/>
                      </a:endParaRPr>
                    </a:p>
                  </a:txBody>
                  <a:tcPr marL="36000" marR="36000" marT="36025" marB="360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en-US" sz="1000" b="0" i="0" u="none" dirty="0" err="1">
                          <a:solidFill>
                            <a:srgbClr val="000000"/>
                          </a:solidFill>
                          <a:latin typeface="+mj-ea"/>
                          <a:ea typeface="+mj-ea"/>
                          <a:cs typeface="Gulimche"/>
                          <a:sym typeface="Gulimche"/>
                        </a:rPr>
                        <a:t>화면ID</a:t>
                      </a:r>
                      <a:endParaRPr sz="1000" dirty="0">
                        <a:latin typeface="+mj-ea"/>
                        <a:ea typeface="+mj-ea"/>
                      </a:endParaRPr>
                    </a:p>
                  </a:txBody>
                  <a:tcPr marL="36000" marR="36000" marT="36025" marB="360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0E0E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  <a:tabLst/>
                        <a:defRPr/>
                      </a:pPr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MEMBER_UPDATE_PAGE</a:t>
                      </a:r>
                    </a:p>
                  </a:txBody>
                  <a:tcPr marL="36000" marR="36000" marT="36025" marB="360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9082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en-US" sz="1000" b="0" i="0" u="none">
                          <a:solidFill>
                            <a:srgbClr val="000000"/>
                          </a:solidFill>
                          <a:latin typeface="+mj-ea"/>
                          <a:ea typeface="+mj-ea"/>
                          <a:cs typeface="Gulimche"/>
                          <a:sym typeface="Gulimche"/>
                        </a:rPr>
                        <a:t>화면설명</a:t>
                      </a:r>
                      <a:endParaRPr>
                        <a:latin typeface="+mj-ea"/>
                        <a:ea typeface="+mj-ea"/>
                      </a:endParaRPr>
                    </a:p>
                  </a:txBody>
                  <a:tcPr marL="36000" marR="36000" marT="36025" marB="360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0E0E0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사용자가 자신의 회원 정보를 수정하는 화면이다</a:t>
                      </a:r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.</a:t>
                      </a:r>
                      <a:endParaRPr sz="1000" dirty="0">
                        <a:latin typeface="+mj-ea"/>
                        <a:ea typeface="+mj-ea"/>
                      </a:endParaRPr>
                    </a:p>
                  </a:txBody>
                  <a:tcPr marL="36000" marR="36000" marT="36025" marB="360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995537">
                <a:tc gridSpan="5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000" dirty="0">
                        <a:solidFill>
                          <a:schemeClr val="dk1"/>
                        </a:solidFill>
                        <a:latin typeface="+mj-ea"/>
                        <a:ea typeface="+mj-ea"/>
                        <a:cs typeface="Gulim"/>
                        <a:sym typeface="Gulim"/>
                      </a:endParaRPr>
                    </a:p>
                  </a:txBody>
                  <a:tcPr marL="36000" marR="36000" marT="36025" marB="36025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98994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ko-KR" altLang="en-US" sz="1000" b="0" i="0" u="none" dirty="0">
                          <a:solidFill>
                            <a:srgbClr val="000000"/>
                          </a:solidFill>
                          <a:latin typeface="+mj-ea"/>
                          <a:ea typeface="+mj-ea"/>
                          <a:cs typeface="Gulimche"/>
                          <a:sym typeface="Gulimche"/>
                        </a:rPr>
                        <a:t>구성요소</a:t>
                      </a:r>
                      <a:endParaRPr lang="ko-KR" altLang="en-US" sz="1000" b="0" i="0" u="none" dirty="0">
                        <a:solidFill>
                          <a:schemeClr val="dk1"/>
                        </a:solidFill>
                        <a:latin typeface="+mj-ea"/>
                        <a:ea typeface="+mj-ea"/>
                        <a:cs typeface="Gulimche"/>
                        <a:sym typeface="Gulimche"/>
                      </a:endParaRPr>
                    </a:p>
                    <a:p>
                      <a:pPr marL="0" marR="0" lvl="0" indent="0" algn="ctr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ko-KR" altLang="en-US" sz="1000" b="0" i="0" u="none" dirty="0">
                          <a:solidFill>
                            <a:srgbClr val="000000"/>
                          </a:solidFill>
                          <a:latin typeface="+mj-ea"/>
                          <a:ea typeface="+mj-ea"/>
                          <a:cs typeface="Gulimche"/>
                          <a:sym typeface="Gulimche"/>
                        </a:rPr>
                        <a:t>설명</a:t>
                      </a:r>
                      <a:endParaRPr lang="ko-KR" altLang="en-US" dirty="0">
                        <a:latin typeface="+mj-ea"/>
                        <a:ea typeface="+mj-ea"/>
                      </a:endParaRPr>
                    </a:p>
                  </a:txBody>
                  <a:tcPr marL="91450" marR="91450" marT="45750" marB="45750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0E0E0"/>
                    </a:solidFill>
                  </a:tcPr>
                </a:tc>
                <a:tc gridSpan="4">
                  <a:txBody>
                    <a:bodyPr/>
                    <a:lstStyle/>
                    <a:p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1. </a:t>
                      </a: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회원 정보 조회</a:t>
                      </a:r>
                      <a:endParaRPr lang="en-US" altLang="ko-KR" sz="1000" dirty="0">
                        <a:latin typeface="+mj-ea"/>
                        <a:ea typeface="+mj-ea"/>
                      </a:endParaRPr>
                    </a:p>
                    <a:p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 </a:t>
                      </a:r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- </a:t>
                      </a: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로그인 사용자 정보를 자동 조회한다</a:t>
                      </a:r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.</a:t>
                      </a:r>
                    </a:p>
                    <a:p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 </a:t>
                      </a:r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- </a:t>
                      </a: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이메일</a:t>
                      </a:r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(ID)</a:t>
                      </a: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은 수정 불가능하다</a:t>
                      </a:r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.</a:t>
                      </a:r>
                    </a:p>
                    <a:p>
                      <a:endParaRPr lang="en-US" altLang="ko-KR" sz="1000" dirty="0">
                        <a:latin typeface="+mj-ea"/>
                        <a:ea typeface="+mj-ea"/>
                      </a:endParaRPr>
                    </a:p>
                    <a:p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2. </a:t>
                      </a: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이름 수정</a:t>
                      </a:r>
                      <a:endParaRPr lang="en-US" altLang="ko-KR" sz="1000" dirty="0">
                        <a:latin typeface="+mj-ea"/>
                        <a:ea typeface="+mj-ea"/>
                      </a:endParaRPr>
                    </a:p>
                    <a:p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 </a:t>
                      </a:r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- </a:t>
                      </a: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사용자 이름 수정 가능하다</a:t>
                      </a:r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.</a:t>
                      </a:r>
                    </a:p>
                    <a:p>
                      <a:endParaRPr lang="en-US" altLang="ko-KR" sz="1000" dirty="0">
                        <a:latin typeface="+mj-ea"/>
                        <a:ea typeface="+mj-ea"/>
                      </a:endParaRPr>
                    </a:p>
                    <a:p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3. </a:t>
                      </a: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전화번호 수정</a:t>
                      </a:r>
                      <a:endParaRPr lang="en-US" altLang="ko-KR" sz="1000" dirty="0">
                        <a:latin typeface="+mj-ea"/>
                        <a:ea typeface="+mj-ea"/>
                      </a:endParaRPr>
                    </a:p>
                    <a:p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 </a:t>
                      </a:r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- </a:t>
                      </a: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전화번호 수정 가능하다</a:t>
                      </a:r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.(</a:t>
                      </a: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숫자만 입력 가능</a:t>
                      </a:r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)</a:t>
                      </a:r>
                    </a:p>
                    <a:p>
                      <a:endParaRPr lang="en-US" altLang="ko-KR" sz="1000" dirty="0">
                        <a:latin typeface="+mj-ea"/>
                        <a:ea typeface="+mj-ea"/>
                      </a:endParaRPr>
                    </a:p>
                    <a:p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4. </a:t>
                      </a: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닉네임 수정</a:t>
                      </a:r>
                      <a:endParaRPr lang="en-US" altLang="ko-KR" sz="1000" dirty="0">
                        <a:latin typeface="+mj-ea"/>
                        <a:ea typeface="+mj-ea"/>
                      </a:endParaRPr>
                    </a:p>
                    <a:p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 </a:t>
                      </a:r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- </a:t>
                      </a: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닉네임 수정 가능하다</a:t>
                      </a:r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.</a:t>
                      </a:r>
                    </a:p>
                    <a:p>
                      <a:endParaRPr lang="en-US" altLang="ko-KR" sz="1000" dirty="0">
                        <a:latin typeface="+mj-ea"/>
                        <a:ea typeface="+mj-ea"/>
                      </a:endParaRPr>
                    </a:p>
                    <a:p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5. </a:t>
                      </a: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회원 정보 저장</a:t>
                      </a:r>
                      <a:endParaRPr lang="en-US" altLang="ko-KR" sz="1000" dirty="0">
                        <a:latin typeface="+mj-ea"/>
                        <a:ea typeface="+mj-ea"/>
                      </a:endParaRPr>
                    </a:p>
                    <a:p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 </a:t>
                      </a:r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- </a:t>
                      </a: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수정 완료 버튼 클릭 시 </a:t>
                      </a:r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DB</a:t>
                      </a: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에 저장된다</a:t>
                      </a:r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.</a:t>
                      </a:r>
                    </a:p>
                    <a:p>
                      <a:pPr marL="0" indent="0">
                        <a:buFontTx/>
                        <a:buNone/>
                      </a:pPr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 - </a:t>
                      </a: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수정 후 사용자 정보 갱신된다</a:t>
                      </a:r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.</a:t>
                      </a:r>
                    </a:p>
                    <a:p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6. </a:t>
                      </a: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유효성 검사</a:t>
                      </a:r>
                      <a:endParaRPr lang="en-US" altLang="ko-KR" sz="1000" dirty="0">
                        <a:latin typeface="+mj-ea"/>
                        <a:ea typeface="+mj-ea"/>
                      </a:endParaRPr>
                    </a:p>
                    <a:p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 </a:t>
                      </a:r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- </a:t>
                      </a: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이름</a:t>
                      </a:r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, </a:t>
                      </a: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전화번호</a:t>
                      </a:r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, </a:t>
                      </a: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닉네임 미 입력 시 수정 제한한다</a:t>
                      </a:r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.</a:t>
                      </a:r>
                    </a:p>
                    <a:p>
                      <a:pPr marL="0" marR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endParaRPr lang="ko-KR" altLang="en-US" sz="1000" dirty="0">
                        <a:latin typeface="+mj-ea"/>
                        <a:ea typeface="+mj-ea"/>
                      </a:endParaRPr>
                    </a:p>
                  </a:txBody>
                  <a:tcPr marL="91450" marR="91450" marT="45750" marB="4575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pic>
        <p:nvPicPr>
          <p:cNvPr id="3" name="그림 2">
            <a:extLst>
              <a:ext uri="{FF2B5EF4-FFF2-40B4-BE49-F238E27FC236}">
                <a16:creationId xmlns:a16="http://schemas.microsoft.com/office/drawing/2014/main" id="{9108A184-711A-487D-842B-1BF38ECC329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9425" y="2159490"/>
            <a:ext cx="5842000" cy="4215910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sp>
        <p:nvSpPr>
          <p:cNvPr id="4" name="말풍선: 타원형 3">
            <a:extLst>
              <a:ext uri="{FF2B5EF4-FFF2-40B4-BE49-F238E27FC236}">
                <a16:creationId xmlns:a16="http://schemas.microsoft.com/office/drawing/2014/main" id="{C05FCEB9-7E39-4EB8-8712-5DE41EA0A85E}"/>
              </a:ext>
            </a:extLst>
          </p:cNvPr>
          <p:cNvSpPr/>
          <p:nvPr/>
        </p:nvSpPr>
        <p:spPr>
          <a:xfrm>
            <a:off x="3796063" y="4165845"/>
            <a:ext cx="1892300" cy="736600"/>
          </a:xfrm>
          <a:prstGeom prst="wedgeEllipseCallout">
            <a:avLst>
              <a:gd name="adj1" fmla="val -53483"/>
              <a:gd name="adj2" fmla="val 5732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>
                <a:solidFill>
                  <a:schemeClr val="tx1"/>
                </a:solidFill>
              </a:rPr>
              <a:t>수정 완료하고 내 정보 페이지로 이동 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7607605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1" name="Google Shape;61;p2"/>
          <p:cNvGraphicFramePr/>
          <p:nvPr>
            <p:extLst>
              <p:ext uri="{D42A27DB-BD31-4B8C-83A1-F6EECF244321}">
                <p14:modId xmlns:p14="http://schemas.microsoft.com/office/powerpoint/2010/main" val="1624754363"/>
              </p:ext>
            </p:extLst>
          </p:nvPr>
        </p:nvGraphicFramePr>
        <p:xfrm>
          <a:off x="247649" y="344487"/>
          <a:ext cx="6362701" cy="9123131"/>
        </p:xfrm>
        <a:graphic>
          <a:graphicData uri="http://schemas.openxmlformats.org/drawingml/2006/table">
            <a:tbl>
              <a:tblPr>
                <a:noFill/>
                <a:tableStyleId>{69A28E38-3AA5-4339-A1BF-AE6ADF5D02B0}</a:tableStyleId>
              </a:tblPr>
              <a:tblGrid>
                <a:gridCol w="101350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168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3687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7744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91135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22275">
                <a:tc gridSpan="5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000"/>
                        <a:buFont typeface="Gulimche"/>
                        <a:buNone/>
                      </a:pPr>
                      <a:r>
                        <a:rPr lang="en-US" sz="2000" b="1" i="0" u="none" dirty="0" err="1">
                          <a:solidFill>
                            <a:srgbClr val="000000"/>
                          </a:solidFill>
                          <a:latin typeface="+mj-ea"/>
                          <a:ea typeface="+mj-ea"/>
                          <a:cs typeface="Gulimche"/>
                          <a:sym typeface="Gulimche"/>
                        </a:rPr>
                        <a:t>화면정의서</a:t>
                      </a:r>
                      <a:endParaRPr dirty="0">
                        <a:latin typeface="+mj-ea"/>
                        <a:ea typeface="+mj-ea"/>
                      </a:endParaRPr>
                    </a:p>
                  </a:txBody>
                  <a:tcPr marL="91450" marR="91450" marT="45750" marB="45750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C0C0C0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7325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en-US" sz="1000" b="0" i="0" u="none">
                          <a:solidFill>
                            <a:srgbClr val="000000"/>
                          </a:solidFill>
                          <a:latin typeface="+mj-ea"/>
                          <a:ea typeface="+mj-ea"/>
                          <a:cs typeface="Gulimche"/>
                          <a:sym typeface="Gulimche"/>
                        </a:rPr>
                        <a:t>업무명</a:t>
                      </a:r>
                      <a:endParaRPr>
                        <a:latin typeface="+mj-ea"/>
                        <a:ea typeface="+mj-ea"/>
                      </a:endParaRPr>
                    </a:p>
                  </a:txBody>
                  <a:tcPr marL="36000" marR="36000" marT="36025" marB="360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0E0E0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고객지원</a:t>
                      </a:r>
                      <a:endParaRPr sz="1000" dirty="0">
                        <a:latin typeface="+mj-ea"/>
                        <a:ea typeface="+mj-ea"/>
                      </a:endParaRPr>
                    </a:p>
                  </a:txBody>
                  <a:tcPr marL="36000" marR="36000" marT="36025" marB="360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en-US" sz="1000" b="0" i="0" u="none" dirty="0" err="1">
                          <a:solidFill>
                            <a:srgbClr val="000000"/>
                          </a:solidFill>
                          <a:latin typeface="+mj-ea"/>
                          <a:ea typeface="+mj-ea"/>
                          <a:cs typeface="Gulimche"/>
                          <a:sym typeface="Gulimche"/>
                        </a:rPr>
                        <a:t>작성일</a:t>
                      </a:r>
                      <a:endParaRPr sz="1000" dirty="0">
                        <a:latin typeface="+mj-ea"/>
                        <a:ea typeface="+mj-ea"/>
                      </a:endParaRPr>
                    </a:p>
                  </a:txBody>
                  <a:tcPr marL="36000" marR="36000" marT="36025" marB="360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0E0E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2026.05.22</a:t>
                      </a:r>
                      <a:endParaRPr sz="1000" dirty="0">
                        <a:latin typeface="+mj-ea"/>
                        <a:ea typeface="+mj-ea"/>
                      </a:endParaRPr>
                    </a:p>
                  </a:txBody>
                  <a:tcPr marL="36000" marR="36000" marT="36025" marB="360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685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en-US" sz="1000" b="0" i="0" u="none">
                          <a:solidFill>
                            <a:srgbClr val="000000"/>
                          </a:solidFill>
                          <a:latin typeface="+mj-ea"/>
                          <a:ea typeface="+mj-ea"/>
                          <a:cs typeface="Gulimche"/>
                          <a:sym typeface="Gulimche"/>
                        </a:rPr>
                        <a:t>업무대기능명</a:t>
                      </a:r>
                      <a:endParaRPr>
                        <a:latin typeface="+mj-ea"/>
                        <a:ea typeface="+mj-ea"/>
                      </a:endParaRPr>
                    </a:p>
                  </a:txBody>
                  <a:tcPr marL="36000" marR="36000" marT="36025" marB="360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0E0E0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문의관리</a:t>
                      </a:r>
                      <a:endParaRPr sz="1000" dirty="0">
                        <a:latin typeface="+mj-ea"/>
                        <a:ea typeface="+mj-ea"/>
                      </a:endParaRPr>
                    </a:p>
                  </a:txBody>
                  <a:tcPr marL="36000" marR="36000" marT="36025" marB="360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en-US" sz="1000" b="0" i="0" u="none" dirty="0" err="1">
                          <a:solidFill>
                            <a:srgbClr val="000000"/>
                          </a:solidFill>
                          <a:latin typeface="+mj-ea"/>
                          <a:ea typeface="+mj-ea"/>
                          <a:cs typeface="Gulimche"/>
                          <a:sym typeface="Gulimche"/>
                        </a:rPr>
                        <a:t>작성자</a:t>
                      </a:r>
                      <a:endParaRPr sz="1000" dirty="0">
                        <a:latin typeface="+mj-ea"/>
                        <a:ea typeface="+mj-ea"/>
                      </a:endParaRPr>
                    </a:p>
                  </a:txBody>
                  <a:tcPr marL="36000" marR="36000" marT="36025" marB="360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0E0E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곽민재</a:t>
                      </a:r>
                      <a:endParaRPr sz="1000" dirty="0">
                        <a:latin typeface="+mj-ea"/>
                        <a:ea typeface="+mj-ea"/>
                      </a:endParaRPr>
                    </a:p>
                  </a:txBody>
                  <a:tcPr marL="36000" marR="36000" marT="36025" marB="360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845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en-US" sz="1000" b="0" i="0" u="none">
                          <a:solidFill>
                            <a:srgbClr val="000000"/>
                          </a:solidFill>
                          <a:latin typeface="+mj-ea"/>
                          <a:ea typeface="+mj-ea"/>
                          <a:cs typeface="Gulimche"/>
                          <a:sym typeface="Gulimche"/>
                        </a:rPr>
                        <a:t>화면명</a:t>
                      </a:r>
                      <a:endParaRPr>
                        <a:latin typeface="+mj-ea"/>
                        <a:ea typeface="+mj-ea"/>
                      </a:endParaRPr>
                    </a:p>
                  </a:txBody>
                  <a:tcPr marL="36000" marR="36000" marT="36025" marB="360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0E0E0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고객센터 문의 등록</a:t>
                      </a:r>
                      <a:endParaRPr sz="1000" dirty="0">
                        <a:latin typeface="+mj-ea"/>
                        <a:ea typeface="+mj-ea"/>
                      </a:endParaRPr>
                    </a:p>
                  </a:txBody>
                  <a:tcPr marL="36000" marR="36000" marT="36025" marB="360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en-US" sz="1000" b="0" i="0" u="none" dirty="0" err="1">
                          <a:solidFill>
                            <a:srgbClr val="000000"/>
                          </a:solidFill>
                          <a:latin typeface="+mj-ea"/>
                          <a:ea typeface="+mj-ea"/>
                          <a:cs typeface="Gulimche"/>
                          <a:sym typeface="Gulimche"/>
                        </a:rPr>
                        <a:t>화면ID</a:t>
                      </a:r>
                      <a:endParaRPr sz="1000" dirty="0">
                        <a:latin typeface="+mj-ea"/>
                        <a:ea typeface="+mj-ea"/>
                      </a:endParaRPr>
                    </a:p>
                  </a:txBody>
                  <a:tcPr marL="36000" marR="36000" marT="36025" marB="360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0E0E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CUSTOMER_CENTER_PAGE</a:t>
                      </a:r>
                      <a:endParaRPr sz="1000" dirty="0">
                        <a:latin typeface="+mj-ea"/>
                        <a:ea typeface="+mj-ea"/>
                      </a:endParaRPr>
                    </a:p>
                  </a:txBody>
                  <a:tcPr marL="36000" marR="36000" marT="36025" marB="360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95275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en-US" sz="1000" b="0" i="0" u="none">
                          <a:solidFill>
                            <a:srgbClr val="000000"/>
                          </a:solidFill>
                          <a:latin typeface="+mj-ea"/>
                          <a:ea typeface="+mj-ea"/>
                          <a:cs typeface="Gulimche"/>
                          <a:sym typeface="Gulimche"/>
                        </a:rPr>
                        <a:t>화면설명</a:t>
                      </a:r>
                      <a:endParaRPr>
                        <a:latin typeface="+mj-ea"/>
                        <a:ea typeface="+mj-ea"/>
                      </a:endParaRPr>
                    </a:p>
                  </a:txBody>
                  <a:tcPr marL="36000" marR="36000" marT="36025" marB="360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0E0E0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사용자가 문의사항을 등록하는 화면이다</a:t>
                      </a:r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.</a:t>
                      </a:r>
                      <a:endParaRPr sz="1000" dirty="0">
                        <a:latin typeface="+mj-ea"/>
                        <a:ea typeface="+mj-ea"/>
                      </a:endParaRPr>
                    </a:p>
                  </a:txBody>
                  <a:tcPr marL="36000" marR="36000" marT="36025" marB="360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072050">
                <a:tc gridSpan="5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000" dirty="0">
                        <a:solidFill>
                          <a:schemeClr val="dk1"/>
                        </a:solidFill>
                        <a:latin typeface="+mj-ea"/>
                        <a:ea typeface="+mj-ea"/>
                        <a:cs typeface="Gulim"/>
                        <a:sym typeface="Gulim"/>
                      </a:endParaRPr>
                    </a:p>
                  </a:txBody>
                  <a:tcPr marL="36000" marR="36000" marT="36025" marB="36025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28600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ko-KR" altLang="en-US" sz="1000" b="0" i="0" u="none" dirty="0">
                          <a:solidFill>
                            <a:srgbClr val="000000"/>
                          </a:solidFill>
                          <a:latin typeface="+mj-ea"/>
                          <a:ea typeface="+mj-ea"/>
                          <a:cs typeface="Gulimche"/>
                          <a:sym typeface="Gulimche"/>
                        </a:rPr>
                        <a:t>구성요소</a:t>
                      </a:r>
                      <a:endParaRPr lang="ko-KR" altLang="en-US" sz="1000" b="0" i="0" u="none" dirty="0">
                        <a:solidFill>
                          <a:schemeClr val="dk1"/>
                        </a:solidFill>
                        <a:latin typeface="+mj-ea"/>
                        <a:ea typeface="+mj-ea"/>
                        <a:cs typeface="Gulimche"/>
                        <a:sym typeface="Gulimche"/>
                      </a:endParaRPr>
                    </a:p>
                    <a:p>
                      <a:pPr marL="0" marR="0" lvl="0" indent="0" algn="ctr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ko-KR" altLang="en-US" sz="1000" b="0" i="0" u="none" dirty="0">
                          <a:solidFill>
                            <a:srgbClr val="000000"/>
                          </a:solidFill>
                          <a:latin typeface="+mj-ea"/>
                          <a:ea typeface="+mj-ea"/>
                          <a:cs typeface="Gulimche"/>
                          <a:sym typeface="Gulimche"/>
                        </a:rPr>
                        <a:t>설명</a:t>
                      </a:r>
                      <a:endParaRPr lang="ko-KR" altLang="en-US" dirty="0">
                        <a:latin typeface="+mj-ea"/>
                        <a:ea typeface="+mj-ea"/>
                      </a:endParaRPr>
                    </a:p>
                  </a:txBody>
                  <a:tcPr marL="91450" marR="91450" marT="45750" marB="45750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0E0E0"/>
                    </a:solidFill>
                  </a:tcPr>
                </a:tc>
                <a:tc gridSpan="4">
                  <a:txBody>
                    <a:bodyPr/>
                    <a:lstStyle/>
                    <a:p>
                      <a:pPr marL="228600" marR="0" lvl="0" indent="-22860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AutoNum type="arabicPeriod"/>
                      </a:pP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문의 제목 입력 </a:t>
                      </a:r>
                      <a:endParaRPr lang="en-US" altLang="ko-KR" sz="1000" dirty="0">
                        <a:latin typeface="+mj-ea"/>
                        <a:ea typeface="+mj-ea"/>
                      </a:endParaRPr>
                    </a:p>
                    <a:p>
                      <a:pPr marL="0" marR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 - </a:t>
                      </a: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문의 제목 작성 가능하다</a:t>
                      </a:r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. </a:t>
                      </a:r>
                    </a:p>
                    <a:p>
                      <a:pPr marL="0" marR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endParaRPr lang="en-US" altLang="ko-KR" sz="1000" dirty="0">
                        <a:latin typeface="+mj-ea"/>
                        <a:ea typeface="+mj-ea"/>
                      </a:endParaRPr>
                    </a:p>
                    <a:p>
                      <a:pPr marL="0" marR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2. </a:t>
                      </a: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이메일 자동 입력 </a:t>
                      </a:r>
                      <a:endParaRPr lang="en-US" altLang="ko-KR" sz="1000" dirty="0">
                        <a:latin typeface="+mj-ea"/>
                        <a:ea typeface="+mj-ea"/>
                      </a:endParaRPr>
                    </a:p>
                    <a:p>
                      <a:pPr marL="0" marR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 - </a:t>
                      </a: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로그인 사용자 이메일 자동 표시한다</a:t>
                      </a:r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. </a:t>
                      </a:r>
                    </a:p>
                    <a:p>
                      <a:pPr marL="0" marR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endParaRPr lang="en-US" altLang="ko-KR" sz="1000" dirty="0">
                        <a:latin typeface="+mj-ea"/>
                        <a:ea typeface="+mj-ea"/>
                      </a:endParaRPr>
                    </a:p>
                    <a:p>
                      <a:pPr marL="0" marR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3. </a:t>
                      </a: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문의 내용 입력 </a:t>
                      </a:r>
                      <a:endParaRPr lang="en-US" altLang="ko-KR" sz="1000" dirty="0">
                        <a:latin typeface="+mj-ea"/>
                        <a:ea typeface="+mj-ea"/>
                      </a:endParaRPr>
                    </a:p>
                    <a:p>
                      <a:pPr marL="0" marR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 - </a:t>
                      </a: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문의사항 상세 내용 작성 가능하다</a:t>
                      </a:r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. </a:t>
                      </a:r>
                    </a:p>
                    <a:p>
                      <a:pPr marL="0" marR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endParaRPr lang="en-US" altLang="ko-KR" sz="1000" dirty="0">
                        <a:latin typeface="+mj-ea"/>
                        <a:ea typeface="+mj-ea"/>
                      </a:endParaRPr>
                    </a:p>
                    <a:p>
                      <a:pPr marL="0" marR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4. </a:t>
                      </a: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문의 등록 기능 </a:t>
                      </a:r>
                      <a:endParaRPr lang="en-US" altLang="ko-KR" sz="1000" dirty="0">
                        <a:latin typeface="+mj-ea"/>
                        <a:ea typeface="+mj-ea"/>
                      </a:endParaRPr>
                    </a:p>
                    <a:p>
                      <a:pPr marL="0" marR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 - </a:t>
                      </a: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문의 접수 버튼 클릭 시 </a:t>
                      </a:r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DB </a:t>
                      </a: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저장된다</a:t>
                      </a:r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. </a:t>
                      </a:r>
                    </a:p>
                    <a:p>
                      <a:pPr marL="0" marR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5 .</a:t>
                      </a: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유효성 검사 </a:t>
                      </a:r>
                      <a:endParaRPr lang="en-US" altLang="ko-KR" sz="1000" dirty="0">
                        <a:latin typeface="+mj-ea"/>
                        <a:ea typeface="+mj-ea"/>
                      </a:endParaRPr>
                    </a:p>
                    <a:p>
                      <a:pPr marL="0" marR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 - </a:t>
                      </a: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제목 및 문의 내용 미 입력 시 등록 제한한다</a:t>
                      </a:r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. </a:t>
                      </a:r>
                      <a:endParaRPr lang="ko-KR" altLang="en-US" sz="1000" dirty="0">
                        <a:latin typeface="+mj-ea"/>
                        <a:ea typeface="+mj-ea"/>
                      </a:endParaRPr>
                    </a:p>
                  </a:txBody>
                  <a:tcPr marL="91450" marR="91450" marT="45750" marB="4575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pic>
        <p:nvPicPr>
          <p:cNvPr id="3" name="그림 2">
            <a:extLst>
              <a:ext uri="{FF2B5EF4-FFF2-40B4-BE49-F238E27FC236}">
                <a16:creationId xmlns:a16="http://schemas.microsoft.com/office/drawing/2014/main" id="{7BEDBFBF-9004-48B2-A792-E489AA029EE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5300" y="2184400"/>
            <a:ext cx="5956300" cy="4495800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sp>
        <p:nvSpPr>
          <p:cNvPr id="5" name="말풍선: 타원형 4">
            <a:extLst>
              <a:ext uri="{FF2B5EF4-FFF2-40B4-BE49-F238E27FC236}">
                <a16:creationId xmlns:a16="http://schemas.microsoft.com/office/drawing/2014/main" id="{5F39AF38-107D-40E9-AC4B-7F3F9D4736CD}"/>
              </a:ext>
            </a:extLst>
          </p:cNvPr>
          <p:cNvSpPr/>
          <p:nvPr/>
        </p:nvSpPr>
        <p:spPr>
          <a:xfrm>
            <a:off x="4470400" y="4953000"/>
            <a:ext cx="1892300" cy="736600"/>
          </a:xfrm>
          <a:prstGeom prst="wedgeEllipseCallout">
            <a:avLst>
              <a:gd name="adj1" fmla="val -53483"/>
              <a:gd name="adj2" fmla="val 5732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>
                <a:solidFill>
                  <a:schemeClr val="tx1"/>
                </a:solidFill>
              </a:rPr>
              <a:t>문의 접수하고 홈페이지로 이동</a:t>
            </a:r>
          </a:p>
        </p:txBody>
      </p:sp>
    </p:spTree>
    <p:extLst>
      <p:ext uri="{BB962C8B-B14F-4D97-AF65-F5344CB8AC3E}">
        <p14:creationId xmlns:p14="http://schemas.microsoft.com/office/powerpoint/2010/main" val="182319751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1" name="Google Shape;61;p2"/>
          <p:cNvGraphicFramePr/>
          <p:nvPr>
            <p:extLst>
              <p:ext uri="{D42A27DB-BD31-4B8C-83A1-F6EECF244321}">
                <p14:modId xmlns:p14="http://schemas.microsoft.com/office/powerpoint/2010/main" val="3259214082"/>
              </p:ext>
            </p:extLst>
          </p:nvPr>
        </p:nvGraphicFramePr>
        <p:xfrm>
          <a:off x="495300" y="192711"/>
          <a:ext cx="6059450" cy="9519371"/>
        </p:xfrm>
        <a:graphic>
          <a:graphicData uri="http://schemas.openxmlformats.org/drawingml/2006/table">
            <a:tbl>
              <a:tblPr>
                <a:noFill/>
                <a:tableStyleId>{69A28E38-3AA5-4339-A1BF-AE6ADF5D02B0}</a:tableStyleId>
              </a:tblPr>
              <a:tblGrid>
                <a:gridCol w="965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25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558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5092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80495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22275">
                <a:tc gridSpan="5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000"/>
                        <a:buFont typeface="Gulimche"/>
                        <a:buNone/>
                      </a:pPr>
                      <a:r>
                        <a:rPr lang="en-US" sz="2000" b="1" i="0" u="none" dirty="0" err="1">
                          <a:solidFill>
                            <a:srgbClr val="000000"/>
                          </a:solidFill>
                          <a:latin typeface="+mj-ea"/>
                          <a:ea typeface="+mj-ea"/>
                          <a:cs typeface="Gulimche"/>
                          <a:sym typeface="Gulimche"/>
                        </a:rPr>
                        <a:t>화면정의서</a:t>
                      </a:r>
                      <a:endParaRPr dirty="0">
                        <a:latin typeface="+mj-ea"/>
                        <a:ea typeface="+mj-ea"/>
                      </a:endParaRPr>
                    </a:p>
                  </a:txBody>
                  <a:tcPr marL="91450" marR="91450" marT="45750" marB="45750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C0C0C0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7325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en-US" sz="1000" b="0" i="0" u="none" dirty="0" err="1">
                          <a:solidFill>
                            <a:srgbClr val="000000"/>
                          </a:solidFill>
                          <a:latin typeface="+mj-ea"/>
                          <a:ea typeface="+mj-ea"/>
                          <a:cs typeface="Gulimche"/>
                          <a:sym typeface="Gulimche"/>
                        </a:rPr>
                        <a:t>업무명</a:t>
                      </a:r>
                      <a:endParaRPr dirty="0">
                        <a:latin typeface="+mj-ea"/>
                        <a:ea typeface="+mj-ea"/>
                      </a:endParaRPr>
                    </a:p>
                  </a:txBody>
                  <a:tcPr marL="36000" marR="36000" marT="36025" marB="360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0E0E0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건강분석</a:t>
                      </a:r>
                      <a:endParaRPr sz="1000" dirty="0">
                        <a:latin typeface="+mj-ea"/>
                        <a:ea typeface="+mj-ea"/>
                      </a:endParaRPr>
                    </a:p>
                  </a:txBody>
                  <a:tcPr marL="36000" marR="36000" marT="36025" marB="360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en-US" sz="1000" b="0" i="0" u="none" dirty="0" err="1">
                          <a:solidFill>
                            <a:srgbClr val="000000"/>
                          </a:solidFill>
                          <a:latin typeface="+mj-ea"/>
                          <a:ea typeface="+mj-ea"/>
                          <a:cs typeface="Gulimche"/>
                          <a:sym typeface="Gulimche"/>
                        </a:rPr>
                        <a:t>작성일</a:t>
                      </a:r>
                      <a:endParaRPr sz="1000" dirty="0">
                        <a:latin typeface="+mj-ea"/>
                        <a:ea typeface="+mj-ea"/>
                      </a:endParaRPr>
                    </a:p>
                  </a:txBody>
                  <a:tcPr marL="36000" marR="36000" marT="36025" marB="360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0E0E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2026.05.22</a:t>
                      </a:r>
                      <a:endParaRPr sz="1000" dirty="0">
                        <a:latin typeface="+mj-ea"/>
                        <a:ea typeface="+mj-ea"/>
                      </a:endParaRPr>
                    </a:p>
                  </a:txBody>
                  <a:tcPr marL="36000" marR="36000" marT="36025" marB="360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685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en-US" sz="1000" b="0" i="0" u="none">
                          <a:solidFill>
                            <a:srgbClr val="000000"/>
                          </a:solidFill>
                          <a:latin typeface="+mj-ea"/>
                          <a:ea typeface="+mj-ea"/>
                          <a:cs typeface="Gulimche"/>
                          <a:sym typeface="Gulimche"/>
                        </a:rPr>
                        <a:t>업무대기능명</a:t>
                      </a:r>
                      <a:endParaRPr>
                        <a:latin typeface="+mj-ea"/>
                        <a:ea typeface="+mj-ea"/>
                      </a:endParaRPr>
                    </a:p>
                  </a:txBody>
                  <a:tcPr marL="36000" marR="36000" marT="36025" marB="360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0E0E0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분석기록관리</a:t>
                      </a:r>
                      <a:endParaRPr sz="1000" dirty="0">
                        <a:latin typeface="+mj-ea"/>
                        <a:ea typeface="+mj-ea"/>
                      </a:endParaRPr>
                    </a:p>
                  </a:txBody>
                  <a:tcPr marL="36000" marR="36000" marT="36025" marB="360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en-US" sz="1000" b="0" i="0" u="none" dirty="0" err="1">
                          <a:solidFill>
                            <a:srgbClr val="000000"/>
                          </a:solidFill>
                          <a:latin typeface="+mj-ea"/>
                          <a:ea typeface="+mj-ea"/>
                          <a:cs typeface="Gulimche"/>
                          <a:sym typeface="Gulimche"/>
                        </a:rPr>
                        <a:t>작성자</a:t>
                      </a:r>
                      <a:endParaRPr sz="1000" dirty="0">
                        <a:latin typeface="+mj-ea"/>
                        <a:ea typeface="+mj-ea"/>
                      </a:endParaRPr>
                    </a:p>
                  </a:txBody>
                  <a:tcPr marL="36000" marR="36000" marT="36025" marB="360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0E0E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곽민재</a:t>
                      </a:r>
                      <a:endParaRPr sz="1000" dirty="0">
                        <a:latin typeface="+mj-ea"/>
                        <a:ea typeface="+mj-ea"/>
                      </a:endParaRPr>
                    </a:p>
                  </a:txBody>
                  <a:tcPr marL="36000" marR="36000" marT="36025" marB="360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845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en-US" sz="1000" b="0" i="0" u="none">
                          <a:solidFill>
                            <a:srgbClr val="000000"/>
                          </a:solidFill>
                          <a:latin typeface="+mj-ea"/>
                          <a:ea typeface="+mj-ea"/>
                          <a:cs typeface="Gulimche"/>
                          <a:sym typeface="Gulimche"/>
                        </a:rPr>
                        <a:t>화면명</a:t>
                      </a:r>
                      <a:endParaRPr>
                        <a:latin typeface="+mj-ea"/>
                        <a:ea typeface="+mj-ea"/>
                      </a:endParaRPr>
                    </a:p>
                  </a:txBody>
                  <a:tcPr marL="36000" marR="36000" marT="36025" marB="360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0E0E0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분석 기록 조회</a:t>
                      </a:r>
                    </a:p>
                  </a:txBody>
                  <a:tcPr marL="36000" marR="36000" marT="36025" marB="360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en-US" sz="1000" b="0" i="0" u="none" dirty="0" err="1">
                          <a:solidFill>
                            <a:srgbClr val="000000"/>
                          </a:solidFill>
                          <a:latin typeface="+mj-ea"/>
                          <a:ea typeface="+mj-ea"/>
                          <a:cs typeface="Gulimche"/>
                          <a:sym typeface="Gulimche"/>
                        </a:rPr>
                        <a:t>화면ID</a:t>
                      </a:r>
                      <a:endParaRPr sz="1000" dirty="0">
                        <a:latin typeface="+mj-ea"/>
                        <a:ea typeface="+mj-ea"/>
                      </a:endParaRPr>
                    </a:p>
                  </a:txBody>
                  <a:tcPr marL="36000" marR="36000" marT="36025" marB="360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0E0E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ANALYSIS_HISTORY_PAGE</a:t>
                      </a:r>
                      <a:endParaRPr sz="1000" dirty="0">
                        <a:latin typeface="+mj-ea"/>
                        <a:ea typeface="+mj-ea"/>
                      </a:endParaRPr>
                    </a:p>
                  </a:txBody>
                  <a:tcPr marL="36000" marR="36000" marT="36025" marB="360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95275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en-US" sz="1000" b="0" i="0" u="none">
                          <a:solidFill>
                            <a:srgbClr val="000000"/>
                          </a:solidFill>
                          <a:latin typeface="+mj-ea"/>
                          <a:ea typeface="+mj-ea"/>
                          <a:cs typeface="Gulimche"/>
                          <a:sym typeface="Gulimche"/>
                        </a:rPr>
                        <a:t>화면설명</a:t>
                      </a:r>
                      <a:endParaRPr>
                        <a:latin typeface="+mj-ea"/>
                        <a:ea typeface="+mj-ea"/>
                      </a:endParaRPr>
                    </a:p>
                  </a:txBody>
                  <a:tcPr marL="36000" marR="36000" marT="36025" marB="360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0E0E0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사용자의 심근경색 분석 기록을 조회하는 화면이다</a:t>
                      </a:r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.</a:t>
                      </a:r>
                      <a:endParaRPr sz="1000" dirty="0">
                        <a:latin typeface="+mj-ea"/>
                        <a:ea typeface="+mj-ea"/>
                      </a:endParaRPr>
                    </a:p>
                  </a:txBody>
                  <a:tcPr marL="36000" marR="36000" marT="36025" marB="360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072050">
                <a:tc gridSpan="5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000" dirty="0">
                        <a:solidFill>
                          <a:schemeClr val="dk1"/>
                        </a:solidFill>
                        <a:latin typeface="+mj-ea"/>
                        <a:ea typeface="+mj-ea"/>
                        <a:cs typeface="Gulim"/>
                        <a:sym typeface="Gulim"/>
                      </a:endParaRPr>
                    </a:p>
                  </a:txBody>
                  <a:tcPr marL="36000" marR="36000" marT="36025" marB="36025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28600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ko-KR" altLang="en-US" sz="1000" b="0" i="0" u="none" dirty="0">
                          <a:solidFill>
                            <a:srgbClr val="000000"/>
                          </a:solidFill>
                          <a:latin typeface="+mj-ea"/>
                          <a:ea typeface="+mj-ea"/>
                          <a:cs typeface="Gulimche"/>
                          <a:sym typeface="Gulimche"/>
                        </a:rPr>
                        <a:t>구성요소</a:t>
                      </a:r>
                      <a:endParaRPr lang="ko-KR" altLang="en-US" sz="1000" b="0" i="0" u="none" dirty="0">
                        <a:solidFill>
                          <a:schemeClr val="dk1"/>
                        </a:solidFill>
                        <a:latin typeface="+mj-ea"/>
                        <a:ea typeface="+mj-ea"/>
                        <a:cs typeface="Gulimche"/>
                        <a:sym typeface="Gulimche"/>
                      </a:endParaRPr>
                    </a:p>
                    <a:p>
                      <a:pPr marL="0" marR="0" lvl="0" indent="0" algn="ctr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r>
                        <a:rPr lang="ko-KR" altLang="en-US" sz="1000" b="0" i="0" u="none" dirty="0">
                          <a:solidFill>
                            <a:srgbClr val="000000"/>
                          </a:solidFill>
                          <a:latin typeface="+mj-ea"/>
                          <a:ea typeface="+mj-ea"/>
                          <a:cs typeface="Gulimche"/>
                          <a:sym typeface="Gulimche"/>
                        </a:rPr>
                        <a:t>설명</a:t>
                      </a:r>
                      <a:endParaRPr lang="ko-KR" altLang="en-US" dirty="0">
                        <a:latin typeface="+mj-ea"/>
                        <a:ea typeface="+mj-ea"/>
                      </a:endParaRPr>
                    </a:p>
                  </a:txBody>
                  <a:tcPr marL="91450" marR="91450" marT="45750" marB="45750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0E0E0"/>
                    </a:solidFill>
                  </a:tcPr>
                </a:tc>
                <a:tc gridSpan="4">
                  <a:txBody>
                    <a:bodyPr/>
                    <a:lstStyle/>
                    <a:p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1. </a:t>
                      </a: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분석 기록 목록 조회</a:t>
                      </a:r>
                      <a:endParaRPr lang="en-US" altLang="ko-KR" sz="1000" dirty="0">
                        <a:latin typeface="+mj-ea"/>
                        <a:ea typeface="+mj-ea"/>
                      </a:endParaRPr>
                    </a:p>
                    <a:p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 </a:t>
                      </a:r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- </a:t>
                      </a: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사용자의 분석 날짜 목록 조회 가능하다</a:t>
                      </a:r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.</a:t>
                      </a:r>
                    </a:p>
                    <a:p>
                      <a:endParaRPr lang="en-US" altLang="ko-KR" sz="1000" dirty="0">
                        <a:latin typeface="+mj-ea"/>
                        <a:ea typeface="+mj-ea"/>
                      </a:endParaRPr>
                    </a:p>
                    <a:p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2. </a:t>
                      </a: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예측 결과 조회</a:t>
                      </a:r>
                      <a:endParaRPr lang="en-US" altLang="ko-KR" sz="1000" dirty="0">
                        <a:latin typeface="+mj-ea"/>
                        <a:ea typeface="+mj-ea"/>
                      </a:endParaRPr>
                    </a:p>
                    <a:p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 </a:t>
                      </a:r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- </a:t>
                      </a: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심근경색 발생 확률</a:t>
                      </a:r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(%) </a:t>
                      </a: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출력한다</a:t>
                      </a:r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.</a:t>
                      </a:r>
                    </a:p>
                    <a:p>
                      <a:endParaRPr lang="en-US" altLang="ko-KR" sz="1000" dirty="0">
                        <a:latin typeface="+mj-ea"/>
                        <a:ea typeface="+mj-ea"/>
                      </a:endParaRPr>
                    </a:p>
                    <a:p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3. </a:t>
                      </a: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상세보기 기능</a:t>
                      </a:r>
                      <a:endParaRPr lang="en-US" altLang="ko-KR" sz="1000" dirty="0">
                        <a:latin typeface="+mj-ea"/>
                        <a:ea typeface="+mj-ea"/>
                      </a:endParaRPr>
                    </a:p>
                    <a:p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 </a:t>
                      </a:r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- </a:t>
                      </a: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상세보기 버튼 클릭 시 분석 상세 화면 이동한다</a:t>
                      </a:r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.</a:t>
                      </a:r>
                    </a:p>
                    <a:p>
                      <a:endParaRPr lang="en-US" altLang="ko-KR" sz="1000" dirty="0">
                        <a:latin typeface="+mj-ea"/>
                        <a:ea typeface="+mj-ea"/>
                      </a:endParaRPr>
                    </a:p>
                    <a:p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4. </a:t>
                      </a: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최신 기록 조회</a:t>
                      </a:r>
                      <a:endParaRPr lang="en-US" altLang="ko-KR" sz="1000" dirty="0">
                        <a:latin typeface="+mj-ea"/>
                        <a:ea typeface="+mj-ea"/>
                      </a:endParaRPr>
                    </a:p>
                    <a:p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 </a:t>
                      </a:r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- </a:t>
                      </a: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최근 분석 기록이 상단에 표시된다</a:t>
                      </a:r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.</a:t>
                      </a:r>
                    </a:p>
                    <a:p>
                      <a:endParaRPr lang="en-US" altLang="ko-KR" sz="1000" dirty="0">
                        <a:latin typeface="+mj-ea"/>
                        <a:ea typeface="+mj-ea"/>
                      </a:endParaRPr>
                    </a:p>
                    <a:p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5. </a:t>
                      </a: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예측하기 이동</a:t>
                      </a:r>
                      <a:endParaRPr lang="en-US" altLang="ko-KR" sz="1000" dirty="0">
                        <a:latin typeface="+mj-ea"/>
                        <a:ea typeface="+mj-ea"/>
                      </a:endParaRPr>
                    </a:p>
                    <a:p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 </a:t>
                      </a:r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- </a:t>
                      </a: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예측하기 버튼 클릭 시 분석 페이지 이동한다</a:t>
                      </a:r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.</a:t>
                      </a:r>
                    </a:p>
                    <a:p>
                      <a:endParaRPr lang="en-US" altLang="ko-KR" sz="1000" dirty="0">
                        <a:latin typeface="+mj-ea"/>
                        <a:ea typeface="+mj-ea"/>
                      </a:endParaRPr>
                    </a:p>
                    <a:p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6. </a:t>
                      </a: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사용자별 데이터 조회</a:t>
                      </a:r>
                      <a:endParaRPr lang="en-US" altLang="ko-KR" sz="1000" dirty="0">
                        <a:latin typeface="+mj-ea"/>
                        <a:ea typeface="+mj-ea"/>
                      </a:endParaRPr>
                    </a:p>
                    <a:p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 </a:t>
                      </a:r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- </a:t>
                      </a:r>
                      <a:r>
                        <a:rPr lang="ko-KR" altLang="en-US" sz="1000" dirty="0">
                          <a:latin typeface="+mj-ea"/>
                          <a:ea typeface="+mj-ea"/>
                        </a:rPr>
                        <a:t>로그인 사용자의 분석 데이터만 조회한다</a:t>
                      </a:r>
                      <a:r>
                        <a:rPr lang="en-US" altLang="ko-KR" sz="1000" dirty="0">
                          <a:latin typeface="+mj-ea"/>
                          <a:ea typeface="+mj-ea"/>
                        </a:rPr>
                        <a:t>.</a:t>
                      </a:r>
                    </a:p>
                    <a:p>
                      <a:pPr marL="0" marR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Gulimche"/>
                        <a:buNone/>
                      </a:pPr>
                      <a:endParaRPr lang="ko-KR" altLang="en-US" sz="1000" dirty="0">
                        <a:latin typeface="+mj-ea"/>
                        <a:ea typeface="+mj-ea"/>
                      </a:endParaRPr>
                    </a:p>
                  </a:txBody>
                  <a:tcPr marL="91450" marR="91450" marT="45750" marB="4575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pic>
        <p:nvPicPr>
          <p:cNvPr id="3" name="그림 2">
            <a:extLst>
              <a:ext uri="{FF2B5EF4-FFF2-40B4-BE49-F238E27FC236}">
                <a16:creationId xmlns:a16="http://schemas.microsoft.com/office/drawing/2014/main" id="{59CC0DFB-73D1-4E42-A212-0B5310F8893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2300" y="2169462"/>
            <a:ext cx="5740400" cy="4205937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sp>
        <p:nvSpPr>
          <p:cNvPr id="5" name="말풍선: 타원형 4">
            <a:extLst>
              <a:ext uri="{FF2B5EF4-FFF2-40B4-BE49-F238E27FC236}">
                <a16:creationId xmlns:a16="http://schemas.microsoft.com/office/drawing/2014/main" id="{5F30A015-A77F-4A32-98C0-F3B878E26851}"/>
              </a:ext>
            </a:extLst>
          </p:cNvPr>
          <p:cNvSpPr/>
          <p:nvPr/>
        </p:nvSpPr>
        <p:spPr>
          <a:xfrm>
            <a:off x="3525025" y="2501900"/>
            <a:ext cx="1524000" cy="546100"/>
          </a:xfrm>
          <a:prstGeom prst="wedgeEllipseCallout">
            <a:avLst>
              <a:gd name="adj1" fmla="val 67350"/>
              <a:gd name="adj2" fmla="val 27094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>
                <a:solidFill>
                  <a:schemeClr val="tx1"/>
                </a:solidFill>
              </a:rPr>
              <a:t>예측 하는 페이지로 이동</a:t>
            </a:r>
          </a:p>
        </p:txBody>
      </p:sp>
      <p:sp>
        <p:nvSpPr>
          <p:cNvPr id="2" name="말풍선: 타원형 1">
            <a:extLst>
              <a:ext uri="{FF2B5EF4-FFF2-40B4-BE49-F238E27FC236}">
                <a16:creationId xmlns:a16="http://schemas.microsoft.com/office/drawing/2014/main" id="{4623047A-A8D0-4586-8516-FC4C7CADFA32}"/>
              </a:ext>
            </a:extLst>
          </p:cNvPr>
          <p:cNvSpPr/>
          <p:nvPr/>
        </p:nvSpPr>
        <p:spPr>
          <a:xfrm>
            <a:off x="5740400" y="2679700"/>
            <a:ext cx="1651000" cy="641350"/>
          </a:xfrm>
          <a:prstGeom prst="wedgeEllipseCallout">
            <a:avLst>
              <a:gd name="adj1" fmla="val -59008"/>
              <a:gd name="adj2" fmla="val 4622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>
                <a:solidFill>
                  <a:schemeClr val="tx1"/>
                </a:solidFill>
              </a:rPr>
              <a:t>당일에 한 </a:t>
            </a:r>
            <a:r>
              <a:rPr lang="ko-KR" altLang="en-US" sz="1000">
                <a:solidFill>
                  <a:schemeClr val="tx1"/>
                </a:solidFill>
              </a:rPr>
              <a:t>분석 결과 보기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63001538"/>
      </p:ext>
    </p:extLst>
  </p:cSld>
  <p:clrMapOvr>
    <a:masterClrMapping/>
  </p:clrMapOvr>
</p:sld>
</file>

<file path=ppt/theme/theme1.xml><?xml version="1.0" encoding="utf-8"?>
<a:theme xmlns:a="http://schemas.openxmlformats.org/drawingml/2006/main" name="기본 디자인">
  <a:themeElements>
    <a:clrScheme name="기본 디자인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184</TotalTime>
  <Words>1960</Words>
  <Application>Microsoft Office PowerPoint</Application>
  <PresentationFormat>A4 용지(210x297mm)</PresentationFormat>
  <Paragraphs>525</Paragraphs>
  <Slides>13</Slides>
  <Notes>13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13</vt:i4>
      </vt:variant>
    </vt:vector>
  </HeadingPairs>
  <TitlesOfParts>
    <vt:vector size="18" baseType="lpstr">
      <vt:lpstr>Gulimche</vt:lpstr>
      <vt:lpstr>Gulim</vt:lpstr>
      <vt:lpstr>맑은 고딕</vt:lpstr>
      <vt:lpstr>Arial</vt:lpstr>
      <vt:lpstr>기본 디자인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PKH</dc:creator>
  <cp:lastModifiedBy>Administrator</cp:lastModifiedBy>
  <cp:revision>39</cp:revision>
  <dcterms:created xsi:type="dcterms:W3CDTF">2006-05-26T09:19:06Z</dcterms:created>
  <dcterms:modified xsi:type="dcterms:W3CDTF">2026-05-22T06:46:42Z</dcterms:modified>
</cp:coreProperties>
</file>